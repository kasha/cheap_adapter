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G10 is the sharpest test of PRH's data clause. The fractal CNN and ViT both sit at the retrieval floor, indistinguishable from their random-init twins. The 100% of native reading is guarded out by the floor guard because both transfer AND native scores are near zero. The four implications are earned by specific findings, not general reflection.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137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30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FRACTAL PROBE · IS IT THE DATA?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G8–G10 (post-defense): FractalDB-1k models — zero natural images — vs all eight encoders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1463040"/>
                <a:gridCol w="27432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prediction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CNN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ViT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reading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P1 fractal &lt; ImageNet twin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CONFIRMED 8/8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CONFIRMED 8/8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fractals fall short of real images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P2 fractal &gt; random twin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CONFIRMED 4/4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CONFIRMED 4/4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training adds real structure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P3 image-vs-text R gap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INCONCLUSIVE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INCONCLUSIVE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 reality-dependence asymmetry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P5 fractal &gt; pixels (raw)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FALSIFIED 0/4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CONFIRMED 4/4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CNN sits at the pixel floor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2240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Reality fraction R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0 = random architecture · 1 = ImageNet twin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Fractal CNN  </a:t>
            </a:r>
            <a:pPr indent="0" marL="0">
              <a:buNone/>
            </a:pPr>
            <a:r>
              <a:rPr lang="en-US" sz="1400" b="1" dirty="0">
                <a:solidFill>
                  <a:srgbClr val="2E6E8E"/>
                </a:solidFill>
              </a:rPr>
              <a:t>0.09</a:t>
            </a:r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     Fractal ViT  </a:t>
            </a:r>
            <a:pPr indent="0" marL="0">
              <a:buNone/>
            </a:pPr>
            <a:r>
              <a:rPr lang="en-US" sz="1400" b="1" dirty="0">
                <a:solidFill>
                  <a:srgbClr val="2E6E8E"/>
                </a:solidFill>
              </a:rPr>
              <a:t>0.21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</a:rPr>
              <a:t>Preprocessing control: </a:t>
            </a:r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rand_cnn 0.032 (ImageNet norm) → 0.036 (FractalDB norm) → frac_cnn 0.067. </a:t>
            </a:r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Norm ≈ 10% of signal; training ≈ 90%. P2-cnn survives.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029200" y="210312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120640" y="21488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What fractal models share
</a:t>
            </a:r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Fractal-only training installs ≈10–21% of what natural images give. </a:t>
            </a:r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The ViT shows it directly; the CNN is anisotropic (pair-cos 0.85) — whitening exposes a small real signal (R_white ≈ 11%). </a:t>
            </a:r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P3 (image-vs-text asymmetry) is INCONCLUSIVE under paired bootstrap.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The G9 story: 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structured synthetic training creates real shared geometry — more in the ViT, and in the CNN only after de-anisotropization — confirming that convergence is learned, not purely architectural. But natural images create 5–10× more.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091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</a:rPr>
              <a:t>Appendix F (F.0–F.2) · convergence_scale_extension.ipynb + G9_fractal_vs_8_encoders.ipynb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137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31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GEOMETRY IS NOT ENOUGH · G10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Visible geometry does not transfer into semantic retrieval through the frozen hub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1371600"/>
                <a:gridCol w="1371600"/>
                <a:gridCol w="24688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encoder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transfer R@1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native R@1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random twin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Fractal CNN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0.014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0.014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0.012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at floor — no training-specific gain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Fractal ViT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0.020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0.022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0.017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at floor — no training-specific gain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ImageNet CNN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0.258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0.274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clear functional transfer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ImageNet ViT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0.204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0.208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clear functional transfer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H1 FALSIFIED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 both architectures. </a:t>
            </a:r>
            <a:pPr indent="0" marL="0">
              <a:buNone/>
            </a:pPr>
            <a:r>
              <a:rPr lang="en-US" sz="1100" b="1" dirty="0">
                <a:solidFill>
                  <a:srgbClr val="D4762C"/>
                </a:solidFill>
              </a:rPr>
              <a:t>H3 NOT MEANINGFUL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 — floor guard blocks %-of-native. </a:t>
            </a:r>
            <a:pPr indent="0" marL="0">
              <a:buNone/>
            </a:pPr>
            <a:r>
              <a:rPr lang="en-US" sz="1100" b="1" dirty="0">
                <a:solidFill>
                  <a:srgbClr val="27864A"/>
                </a:solidFill>
              </a:rPr>
              <a:t>H2 CONFIRMED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 — ImageNet clears floor.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27889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Four implications for how alignment is measured
</a:t>
            </a:r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</a:rPr>
              <a:t>1 · Check isotropy before believing a failure. </a:t>
            </a:r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Anisotropic spaces report false absence of alignment.
</a:t>
            </a:r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</a:rPr>
              <a:t>2 · Visible ≠ recoverable. </a:t>
            </a:r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ConvNeXt: lowest raw ρ, highest transfer. Fractal: real geometry, zero transfer.
</a:t>
            </a:r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</a:rPr>
              <a:t>3 · No single 'good geometry'. </a:t>
            </a:r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Whitening helps reading (+102.6%), destroys finding (39.7% → ~0%).
</a:t>
            </a:r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</a:rPr>
              <a:t>4 · Convergence is local. </a:t>
            </a:r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PRH holds in its narrow form — shared neighbourhood structure, not a global geometry.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The fractal story in one line: 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structured synthetic training creates a small amount of visible shared geometry, but natural-world training creates much more, and that weak fractal geometry does NOT become a training-specific advantage in semantic caption retrieval. Natural-world data is load-bearing.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7091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</a:rPr>
              <a:t>Appendix F (F.4–F.6) · G10_fractal_hub_transfer.ipynb · Falsification ledger entry #11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2026-09-25T03:05:51Z</dcterms:created>
  <dcterms:modified xsi:type="dcterms:W3CDTF">2026-09-25T03:05:51Z</dcterms:modified>
</cp:coreProperties>
</file>