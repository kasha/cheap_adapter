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UN3EIkjPqAgyCpkqgiGMy2ukU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" name="Google Shape;1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0:30 – 1:00 (30 seconds)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PRH proposes that learned representations increasingly agree about the structure of the world, including across modalities. I narrowed this to testable questions: are relationships shared before fitting a map, can a simple fitted map recover them on held-out items, and can a downstream component reuse the result? Compute, memory and project time favored smaller pretrained encoders, cached embeddings and closed-form maps. The report specifies Google Colab with a T4 sufficient for the original A/B sequence. Cached vectors let later linear solves run on CPU. That makes controlled experiments feasible on modest hardware. It also matches the deployment goal: a phone should not need the server encoder. This is evidence about a subset of PRH, not proof of a universal representation.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Sources: Huh et al., ICML 2024; Final Project Report §§1–3, E.16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Local source files refer to the uploaded project documents. Reported results have not been independently rerun for this presentation.</a:t>
            </a:r>
            <a:endParaRPr/>
          </a:p>
        </p:txBody>
      </p:sp>
      <p:sp>
        <p:nvSpPr>
          <p:cNvPr id="15" name="Google Shape;1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https://docs.google.com/presentation/d/1IoLffArknqIlGzp4_HEnlOGH_98rLPz2/edit?usp=sharing&amp;ouid=109171167154948875918&amp;rtpof=true&amp;sd=true" TargetMode="External"/><Relationship Id="rId10" Type="http://schemas.openxmlformats.org/officeDocument/2006/relationships/hyperlink" Target="https://drive.google.com/file/d/1dwYS2kLIUaYz8NgithxaIjkTGSFRFQcB/view?usp=sharing" TargetMode="External"/><Relationship Id="rId13" Type="http://schemas.openxmlformats.org/officeDocument/2006/relationships/hyperlink" Target="https://docs.google.com/presentation/d/1w5IcMCQnCrDEAMvcIlATes3eibdzmPeZ/edit?usp=sharing&amp;ouid=109171167154948875918&amp;rtpof=true&amp;sd=true" TargetMode="External"/><Relationship Id="rId12" Type="http://schemas.openxmlformats.org/officeDocument/2006/relationships/hyperlink" Target="https://drive.google.com/file/d/12MlBuzDocXdvzlECm5OjjuxH_ax947BB/view?usp=sharing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Kasha/cheap_adapter.git" TargetMode="External"/><Relationship Id="rId4" Type="http://schemas.openxmlformats.org/officeDocument/2006/relationships/hyperlink" Target="https://docs.google.com/presentation/d/1602IzK96mUJ8aoZF1baGHTv-NziIOWpq/edit?usp=sharing&amp;ouid=109171167154948875918&amp;rtpof=true&amp;sd=true" TargetMode="External"/><Relationship Id="rId9" Type="http://schemas.openxmlformats.org/officeDocument/2006/relationships/hyperlink" Target="https://drive.google.com/file/d/1q942DSJJpOhKSaW9Boa8zfl7z5N4qHNr/view?usp=sharing" TargetMode="External"/><Relationship Id="rId15" Type="http://schemas.openxmlformats.org/officeDocument/2006/relationships/hyperlink" Target="https://drive.google.com/file/d/1kOn2X3fMcVKpAfFtlqTuYQDCmzrC0u1Y/view?usp=sharing" TargetMode="External"/><Relationship Id="rId14" Type="http://schemas.openxmlformats.org/officeDocument/2006/relationships/hyperlink" Target="https://drive.google.com/file/d/1APC-1bA491CMC2OKBExwhd9ksBgVEKdO/view?usp=sharing" TargetMode="External"/><Relationship Id="rId5" Type="http://schemas.openxmlformats.org/officeDocument/2006/relationships/hyperlink" Target="https://drive.google.com/file/d/1kcBq-VN_rH6YoiwzkmU_qIiM10k5qY0C/view?usp=sharing" TargetMode="External"/><Relationship Id="rId6" Type="http://schemas.openxmlformats.org/officeDocument/2006/relationships/hyperlink" Target="https://drive.google.com/file/d/1r0rq3CqfkJ8HFsCQX4TGEqyJeO5pZVQD/view?usp=sharing" TargetMode="External"/><Relationship Id="rId7" Type="http://schemas.openxmlformats.org/officeDocument/2006/relationships/hyperlink" Target="https://drive.google.com/file/d/1AO3CJr9QTEQyNSME6g--awzU6-Qs4fjZ/view?usp=sharing" TargetMode="External"/><Relationship Id="rId8" Type="http://schemas.openxmlformats.org/officeDocument/2006/relationships/hyperlink" Target="https://drive.google.com/file/d/1QW7wl4RM3xWqgS_LXNxclZ6iumys9-HV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571500" y="381000"/>
            <a:ext cx="11049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42A45"/>
                </a:solidFill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b="1" lang="en-US" sz="3000">
                <a:solidFill>
                  <a:srgbClr val="142A45"/>
                </a:solidFill>
              </a:rPr>
              <a:t>Documents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571500" y="6386513"/>
            <a:ext cx="1057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36478"/>
                </a:solidFill>
              </a:rPr>
              <a:t>Liad Kashanovsky Cheap Adapter 9/2026 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11334750" y="6419850"/>
            <a:ext cx="4286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3647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14375" y="1172550"/>
            <a:ext cx="11049000" cy="46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5"/>
              <a:buFont typeface="Arial"/>
              <a:buNone/>
            </a:pPr>
            <a:r>
              <a:rPr b="1" lang="en-US" sz="1725" u="sng">
                <a:solidFill>
                  <a:schemeClr val="hlink"/>
                </a:solidFill>
                <a:hlinkClick r:id="rId3"/>
              </a:rPr>
              <a:t>Git Repository Cheap Adapter</a:t>
            </a:r>
            <a:endParaRPr b="1" sz="1725" u="sng">
              <a:solidFill>
                <a:schemeClr val="hlink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lang="en-US" sz="1725" u="sng">
                <a:solidFill>
                  <a:schemeClr val="hlink"/>
                </a:solidFill>
              </a:rPr>
              <a:t>Ch</a:t>
            </a:r>
            <a:r>
              <a:rPr b="1" lang="en-US" sz="1725" u="sng">
                <a:solidFill>
                  <a:schemeClr val="hlink"/>
                </a:solidFill>
                <a:hlinkClick r:id="rId4"/>
              </a:rPr>
              <a:t>eap Adapter Summary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5"/>
              <a:buFont typeface="Arial"/>
              <a:buNone/>
            </a:pPr>
            <a:r>
              <a:rPr b="1" lang="en-US" sz="1725" u="sng">
                <a:solidFill>
                  <a:schemeClr val="hlink"/>
                </a:solidFill>
                <a:hlinkClick r:id="rId5"/>
              </a:rPr>
              <a:t>Cheap Adapter Final Report</a:t>
            </a:r>
            <a:endParaRPr b="1" sz="1725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5"/>
              <a:buFont typeface="Arial"/>
              <a:buNone/>
            </a:pPr>
            <a:r>
              <a:rPr b="1" lang="en-US" sz="1725" u="sng">
                <a:solidFill>
                  <a:schemeClr val="hlink"/>
                </a:solidFill>
                <a:hlinkClick r:id="rId6"/>
              </a:rPr>
              <a:t>Defense Brief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5"/>
              <a:buFont typeface="Arial"/>
              <a:buNone/>
            </a:pPr>
            <a:r>
              <a:rPr b="1" lang="en-US" sz="1725" u="sng">
                <a:solidFill>
                  <a:schemeClr val="hlink"/>
                </a:solidFill>
                <a:hlinkClick r:id="rId7"/>
              </a:rPr>
              <a:t>Atlas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5"/>
              <a:buFont typeface="Arial"/>
              <a:buNone/>
            </a:pPr>
            <a:r>
              <a:rPr b="1" lang="en-US" sz="1725" u="sng">
                <a:solidFill>
                  <a:schemeClr val="hlink"/>
                </a:solidFill>
                <a:hlinkClick r:id="rId8"/>
              </a:rPr>
              <a:t>Technical Cheat Sheet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5"/>
              <a:buFont typeface="Arial"/>
              <a:buNone/>
            </a:pPr>
            <a:r>
              <a:rPr b="1" lang="en-US" sz="1725" u="sng">
                <a:solidFill>
                  <a:schemeClr val="hlink"/>
                </a:solidFill>
                <a:hlinkClick r:id="rId9"/>
              </a:rPr>
              <a:t>Experiments  Summary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lang="en-US" sz="1725" u="sng">
                <a:solidFill>
                  <a:schemeClr val="hlink"/>
                </a:solidFill>
                <a:hlinkClick r:id="rId10"/>
              </a:rPr>
              <a:t>Experiments Results Summary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5"/>
              <a:buFont typeface="Arial"/>
              <a:buNone/>
            </a:pPr>
            <a:r>
              <a:rPr b="1" lang="en-US" sz="1725" u="sng">
                <a:solidFill>
                  <a:schemeClr val="hlink"/>
                </a:solidFill>
                <a:hlinkClick r:id="rId11"/>
              </a:rPr>
              <a:t>shared hub summary</a:t>
            </a:r>
            <a:endParaRPr b="1" sz="1725" u="sng">
              <a:solidFill>
                <a:schemeClr val="hlink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Representation Convergence Status at a Glance</a:t>
            </a:r>
            <a:endParaRPr b="1" i="0" sz="1725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Viva Presentation </a:t>
            </a:r>
            <a:endParaRPr b="1" i="0" sz="1725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Embedding Spaces Vectors_Local_Global Similarity Encoders</a:t>
            </a:r>
            <a:endParaRPr b="1" i="0" sz="1725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lang="en-US" sz="1725" u="sng">
                <a:solidFill>
                  <a:schemeClr val="hlink"/>
                </a:solidFill>
                <a:hlinkClick r:id="rId15"/>
              </a:rPr>
              <a:t>Math And Terms</a:t>
            </a:r>
            <a:endParaRPr b="1" sz="1725" u="sng">
              <a:solidFill>
                <a:schemeClr val="hlink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t/>
            </a:r>
            <a:endParaRPr b="1" i="0" sz="1725" u="none" cap="none" strike="noStrike">
              <a:solidFill>
                <a:srgbClr val="087F8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5125600" y="3041475"/>
            <a:ext cx="708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