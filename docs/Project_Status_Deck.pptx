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complete. Thesis tested in five postures: pairwise, cross-modal, geometric, unsupervised, and constructive.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0.001 and 95% of ceiling is the whole project: nothing shared in raw coordinates, almost everything shared after one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 1-3 are Experiment A/B. 4-6 are the cross-modal series. 7-9 are the later series C, G and the prediction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width cliff is the third independent instance of the portability-vs-losslessness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map projections of Earth preserve local adjacency and distort global distance. The analogy is exact, not decorative.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falsified explanations are the strongest methodological point: a claim that survived a test that could have killed it is worth more than one never exposed to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open items are cheap. The ConvNeXt test is one line in G4 and would close the architecture question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3291840"/>
            <a:ext cx="4937760" cy="49377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Convergence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8680" y="29443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independently trained models learn the same thing?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21945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meeting  ·  9 findings  ·  31 notebooks  ·  53-page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291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question, and the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components from different models be assembled without training?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weights: 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symmetry — the same function lives in incompatible coordinates. Cross-architecture transplants fail.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E8F6F2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727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Representations: YES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938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content in different coordinate systems — recoverable by ONE linear map, fitted in closed form.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Thesis, as finally stated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393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Well-trained independent models are different CHARTS of one shared relational manifold. Coordinates differ; local structure survives. Strong enough to undo rotation and scale — too weak to invent absent information.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cross-space R@1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 chance)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47091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566160" y="5349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linear 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cosine)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7091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583680" y="5349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jointly-trained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ceiling, R@5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0" y="47091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601200" y="5349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adapter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fp16, iOS 16+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291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held-out, every number against a 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264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4984" y="1389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linear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14984" y="16824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= ridge to 4 decimals; reproduced twice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4264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84264" y="1389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Related, not rigid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84264" y="168249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Procrustes 0.038 vs ridge 0.592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4984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14984" y="25420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ceiling @ 0.79 MB; verif AUC 0.999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286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84264" y="2249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Cross-modal, no joint training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84264" y="25420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41–58% of a matched ceiling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1455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4984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scales with capacity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14984" y="3401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+15.3 pts per decade, 6 monotone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31455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84264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Isotropy, not similarity training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84264" y="3401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whitening → 102.6% of contrastive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005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984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 self-identifies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14984" y="42611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39.7% = 595× chance, 0 pairs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4005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84264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space, used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84264" y="42611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transfer 93–96% on unseen encoders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4984" y="4828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predicts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14984" y="51206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ladder, rank-corr +1.00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meta-finding, measured three times: isotropy helps READING a correspondence, hurts FINDING one, hurts CARRYING several.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291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hub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encoders, four training objectives, one 512-d 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2286000" cy="3767328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encoders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975104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97510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small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404872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0487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base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2834640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34640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large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3264408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2644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694176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94176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4123944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123944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4553712"/>
            <a:ext cx="1975104" cy="347472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553712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3108960"/>
            <a:ext cx="640080" cy="4572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3703320" y="2468880"/>
            <a:ext cx="2286000" cy="1737360"/>
          </a:xfrm>
          <a:prstGeom prst="roundRect">
            <a:avLst>
              <a:gd name="adj" fmla="val 3158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24688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512-d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whitened PCA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4315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linear map per encoder — N maps, not N²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463040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609344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42 pairs SHARED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10528" y="1956816"/>
            <a:ext cx="4946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retention 103.6% against hubs built for each pair alone — centralising costs nothing and helps slightly.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761488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907792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component transfer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10528" y="3255264"/>
            <a:ext cx="4946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 trained on ONE encoder reaches 92.9–96.5% of native on encoders it never saw. Random-map control: chance.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4059936"/>
            <a:ext cx="53492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778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42062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Cross-lineage confirmed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4553712"/>
            <a:ext cx="4946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2 — no DINOv2 ancestry — transfers at 94.2%, inside the within-family band.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532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catch: hub width forces a choice. Narrow (512) and components transfer; wide (1024+) and transfer collapses while reconstruction improves.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291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shared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local — measured across all 21 pairs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70–970×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shared structure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8470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7–24×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fading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18470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1.3–2.3×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75320" y="24871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chance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overlap as a multiple of chance — every one of the 21 pairs falls monotonically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778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758184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Platonic claim survives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" y="4105656"/>
            <a:ext cx="5038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 — "models converge to the same space". Raw cosine is zero; global agreement is near chance.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— models are different CHARTS of one shared manifold. Local relations survive the change of chart.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778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758184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practically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19088" y="4105656"/>
            <a:ext cx="50383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map recovers what survives GLOBALLY — thin. Neighbourhood overlap reads LOCAL structure — large.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adapter reaches most, but not all, of the ceiling.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4023360" cy="40233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291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are defended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11155680" cy="969264"/>
          </a:xfrm>
          <a:prstGeom prst="roundRect">
            <a:avLst>
              <a:gd name="adj" fmla="val 4717"/>
            </a:avLst>
          </a:prstGeom>
          <a:solidFill>
            <a:srgbClr val="2B356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6093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explanations tested and FALSIFIED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depressing shape correlation · the hub discarding directions · reach predicting writability · more encoders improving transfer. Each recorded as false, not dropped.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1155680" cy="969264"/>
          </a:xfrm>
          <a:prstGeom prst="roundRect">
            <a:avLst>
              <a:gd name="adj" fmla="val 4717"/>
            </a:avLst>
          </a:prstGeom>
          <a:solidFill>
            <a:srgbClr val="2B356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953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77977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pre-registered, then reported as they fell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09067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90%-of-ceiling gate is recorded NOT met at 89.0%. A gate that never fires is decoration.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11155680" cy="969264"/>
          </a:xfrm>
          <a:prstGeom prst="roundRect">
            <a:avLst>
              <a:gd name="adj" fmla="val 4717"/>
            </a:avLst>
          </a:prstGeom>
          <a:solidFill>
            <a:srgbClr val="2B356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47-check artifact certification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261104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alignment, sanity, target geometry, cache-key integrity. No hard failures; two flags, both a documented finding.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992624"/>
            <a:ext cx="11155680" cy="969264"/>
          </a:xfrm>
          <a:prstGeom prst="roundRect">
            <a:avLst>
              <a:gd name="adj" fmla="val 4717"/>
            </a:avLst>
          </a:prstGeom>
          <a:solidFill>
            <a:srgbClr val="2B356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943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120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scored against a control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5431536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weights, chance retrieval, random maps in the hub slot, shuffle tests. A number without a control is not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2918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what remains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04672"/>
            <a:ext cx="10881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defensible; two open tests named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E8F6F2"/>
          </a:solidFill>
          <a:ln w="1778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17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findings, 7 experiment series, 31 notebooks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53-page report + summary, brief, cheat sheet, atlas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shipped: Core ML, 0.79 MB, iOS 16+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Cross-lineage transfer measured (SigLIP 94.2%)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47-check certification, no hard failures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EF6E7"/>
          </a:solidFill>
          <a:ln w="1778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179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named, not hidden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Cross-ARCHITECTURE: a convolutional encoder. G4 accepts it as a one-line change — the strongest remaining test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 spectrum: shared vs private directions per pair — not attempted anywhere in the project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Procrustes across all 21 pairs (have it for one)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with the claim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4439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domain, one language, one caption corpus. Seven encoders, all transformers. The shared structure is real, linear, discoverable and usable — a shared chart of COCO in English is not proof of a universal one.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2026-08-17T14:40:16Z</dcterms:created>
  <dcterms:modified xsi:type="dcterms:W3CDTF">2026-08-17T14:40:16Z</dcterms:modified>
</cp:coreProperties>
</file>