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[0:00] Talk structure: hypothesis → measurements (spend time here) → data &amp; controls → three experiments → two discoveries → demo → achievements →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 Two minutes. Spend time on BOUNDED — if a matrix is too weak to fake a task, then the sharing must be real. The three questions structure the whole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[3:00] Spend TWO minutes here. If the examiner understands R@1, % of ceiling and the rule, every later number lands cleanly. Emphasise that dist is distance inside ONE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[5:00] The anchor example. Say 'dist' aloud and define it. The audience needs to see that cosine ≈0 and shape-agreement +0.68 are compatible — two different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[6:00] Brief. Point out that the table also encodes the scientific design: every claim pre-paired with the number that would kill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[7:00] Keep brisk — 30 seconds. Flag HELD OUT encoders (SigLIP, ConvNeXt) as the main controls from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[7:30] Exp A. The key visual is the two curves crossing in slope. The random-weights control (opposite slope) is the whole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[9:00] Demo 1. Run live query if available. Call out the 0.477 control vs 0.999 — that gap is the whole adapter. Mention the missed 90% gate proactively.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[10:30] The MLP control is conceptual dynamite: capacity adds zero, so the linear structure is exact, not approximate.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[11:30] The shuffle control makes this credible: the pairing matters (gap 0.641). The ceiling correction story shows scientific honesty.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[12:30] Concede the scale falsification proactively. It demonstrates the science is real — falsifiable predictions were actually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[13:30] A discovery, not a planned result. The centering-only control isolates what makes whitening work. The 102.6% number is the memorable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[14:30] Hub build. The key engineering point: adding a model is ONE solve. Pairwise would need N-1 new maps; the hub needs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[15:30] Demo 2. Show G2. Call out random-map control (0.003) and ConvNeXt (96.7%) — those two numbers together prove the claim is real and broad.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[16:45] The headline scientific result. 'Same world' means same LOCAL arrangement of meaning. The map-projection metaphor is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[17:30] What you train FOR matters more than what you train ON or which sense you use. bge-SBERT is the cleanest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[18:30] Science: the local finding. Engineering: 0.79 MB + hub. Method: falsification ledger. Close with the italic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[19:15] Forty-five seconds. The examiner's first question is 'what about big models?' — this slide pre-empts it. 35,133 items is the specific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slide. Use if examiner questions any measurement definition. Not part of the 20-minute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[19:45] Land the three pillars. The 'supported scope' caveat is the honest boundary. Close on 'Thank you'.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5xBpKE-DW8e60dXhq3n5KLSs7kHSFj0_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5xBpKE-DW8e60dXhq3n5KLSs7kHSFj0_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REPRESENTATIONS, PRACTICAL ADAPTERS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27632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bounded test of the Platonic Representation Hypothesis —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two engineering implementations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independently trained models discover the same world, and can one matrix move knowledge between them?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17720" y="420624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1772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4617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Layer-by-layer convergence: GPT-2 → Pythia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12280" y="420624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4617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Phone→server adapter: 0.79 MB, 95.3% of native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006840" y="420624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0684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hub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006840" y="4617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encoders, one space, one frozen head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949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Liad Kashanovsky · AI Expert final project · 20-minute defense · 17 September 2026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60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encoders · 9 findings · 11 falsified explanations · 2 shipped systems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Plato's cave to a falsifiable linear-map claim</a:t>
            </a:r>
            <a:endParaRPr lang="en-US" sz="2700" dirty="0"/>
          </a:p>
        </p:txBody>
      </p:sp>
      <p:pic>
        <p:nvPicPr>
          <p:cNvPr id="5" name="Image 0" descr="/home/claude/deck/img/image-2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41148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1463040"/>
            <a:ext cx="6949440" cy="1463040"/>
          </a:xfrm>
          <a:prstGeom prst="roundRect">
            <a:avLst>
              <a:gd name="adj" fmla="val 5000"/>
            </a:avLst>
          </a:prstGeom>
          <a:solidFill>
            <a:srgbClr val="EEF3FF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37760" y="1572768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trained separately — different data, different objectives, sometimes different senses entirely — are said to be converging on the same underlying picture of the world.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name comes from Plato: there is one reality, and each model sees a shadow of it.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3977640"/>
            <a:ext cx="11155680" cy="804672"/>
          </a:xfrm>
          <a:prstGeom prst="roundRect">
            <a:avLst>
              <a:gd name="adj" fmla="val 795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3977640"/>
            <a:ext cx="10789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 UNDER TEST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 trained models agree UP TO ONE LINEAR MAP — there exists one matrix W, solved in closed form (no training), with  x_A · W ≈ x_B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493776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" y="502920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FALSIFIABLE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9224" y="5413248"/>
            <a:ext cx="32735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linear map beats a random-map control, convergence is rejected. It happened: a pure rotation scored R² 0.038 against ridge 0.592 — 'just rotated' was killed.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06240" y="493776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52544" y="502920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— the key point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352544" y="5413248"/>
            <a:ext cx="32735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map is the WEAKEST useful transform. A matrix has no room to learn a task, so success cannot be explained away by 'a network secretly learned it.' The MLP control proves it: extra capacity gained +0.0000.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09560" y="4937760"/>
            <a:ext cx="3749040" cy="1737360"/>
          </a:xfrm>
          <a:prstGeom prst="roundRect">
            <a:avLst>
              <a:gd name="adj" fmla="val 3684"/>
            </a:avLst>
          </a:prstGeom>
          <a:solidFill>
            <a:srgbClr val="EEF7F3"/>
          </a:solidFill>
          <a:ln w="12700">
            <a:solidFill>
              <a:srgbClr val="EEF7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55864" y="502920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055864" y="5413248"/>
            <a:ext cx="3456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IS structure shared?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is it GLOBAL or LOCAL?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what DECIDES how much — modality, lineage, or objective?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MEASURE — IN PLAIN WORDS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metrics, each as a question about cats and dogs — with its blind spot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11155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108960"/>
                <a:gridCol w="25146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 in the cat/dog sentence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read it (chance)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spot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the cat PHOTO and its CAPTION point the same way?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= same direction; 0 = unrelated; chance ≈ 0 in a healthy space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 COLLAPSED space every pair reads +0.999 — check mean pair-cosine 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 (distance)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far apart is cat-on-chair from cat-on-sofa INSIDE one space?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= nearer; used to rank and to compute ρ and k-NN overlap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differs across spaces — compare RANKS, not raw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 / R@5 (recall)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RIGHT cat rank FIRST (or top-5) out of N = 1,000?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 = 1/N = 0.001; 'R@1 0.36' means right 36% of the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meaningless without N; always quote chance alongside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(held-out)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the predicted NUMBERS match the caption vector's numbers?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= perfect; can go NEGATIVE when target variance is tiny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negative R² doesn’t mean retrieval fails — retrieval only needs 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ceiling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of a JOINTLY-TRAINED system does my untrained matrix reach?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 means 'almost as good as training both together'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 must use the SAME rows, captions and direction as the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 (rho)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near still near, far still far? (order of distances, no map fitted)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agreement; +1 = perfect order; survives rotation and rescaling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retrieval accuracy; a high ρ does not guarantee good R@1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394960"/>
            <a:ext cx="6766560" cy="1325880"/>
          </a:xfrm>
          <a:prstGeom prst="roundRect">
            <a:avLst>
              <a:gd name="adj" fmla="val 4138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" y="5458968"/>
            <a:ext cx="6510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30936" y="5724144"/>
            <a:ext cx="65105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cos(u,t) = (u·t)/(|u||t|)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dist(i,j) = 1 - cos(i,j)  (in one space)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R@K = P(true item in top-K of N)  chance = 1/N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1 - |T-XW|² / |T-μ|²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ceiling = my R@K / jointly-trained R@K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Spearman(dist_A(i,j), dist_B(i,j))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52360" y="5394960"/>
            <a:ext cx="4206240" cy="1325880"/>
          </a:xfrm>
          <a:prstGeom prst="roundRect">
            <a:avLst>
              <a:gd name="adj" fmla="val 4828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16952" y="54589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the one rule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616952" y="574243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only means something RELATIVE to the geometry it is computed in. The same system once read cosine 1.000 and R@1 0.160 on the same data — not a contradiction; two different questions.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IDEA IN ONE EXAMPLE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 on a chair: unrelated coordinates, identical relationships</a:t>
            </a:r>
            <a:endParaRPr lang="en-US" sz="2700" dirty="0"/>
          </a:p>
        </p:txBody>
      </p:sp>
      <p:pic>
        <p:nvPicPr>
          <p:cNvPr id="5" name="Image 0" descr="/home/claude/deck/img/image-4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685800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444752"/>
            <a:ext cx="4114800" cy="2926080"/>
          </a:xfrm>
          <a:prstGeom prst="roundRect">
            <a:avLst>
              <a:gd name="adj" fmla="val 1875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71816" y="150876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math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71816" y="1773936"/>
            <a:ext cx="385876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DINOv2 sees pixels -&gt; x_img ∈ R^768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bge-m3 reads text  -&gt; x_txt ∈ R^1024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cosine(x_img, x_txt) ≈ 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(the coordinates share NOTHING)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yet dist(cat-chair, cat-sofa)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 dist(cat-chair, airplane)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BOTH spaces (shape = relations preserved)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claim: ∃ one matrix W with  x_img·W ≈ x_txt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4526280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≈ 0: coordinates share nothing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= +0.676: shape already agrees (no map)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overlap 62%: same 10 neighbours (chance 1%)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+0.900 after ONE linear map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53949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'dist' = distance between two items inside ONE space (small = near). The numbers are unrelated; the relations are not — that gap is the whole project.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SPLITS AND CONTROLS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fitted, what was held out, and what would have killed each number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SPLITS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09928"/>
          <a:ext cx="1115568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560320"/>
                <a:gridCol w="25146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/ eval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WikiText-103 (Wikipedia)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7,500 / 2,500 passages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Layer-wise ridge maps GPT-2 → Pythia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val2017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 / 1,000 images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× 768 adapter 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train2017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 / 1,000 image-caption pairs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 × 1024 cross-modal 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train2017 caches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8,533 / 1,000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basis, entry maps, caption 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follow-up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image embeddings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37,999 / 2,000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refit; separate MLP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3703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CONTROLS — every result is a pair: the number and the one that could have killed it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05072"/>
          <a:ext cx="11155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468880"/>
                <a:gridCol w="256032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fitted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/ chance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checks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map / no adapter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0.999 · hub R@1 0.451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0.477 · R@1 0.003 (chance 0.001)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learned bridge supplies real information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model weights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CKA 0.359 · R² 0.737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CKA 0.067 · R² 0.173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is learned, not architectural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Shuffle item pairing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R² 0.511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Shuffled R² −0.130 · gap 0.641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true correspondence matters to the map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native ceiling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R@5 0.843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R@5 0.885 → 95.3% retention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Task, rows, caption treatment must match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ConvNeXt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 retention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band 93.8–96.5%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convnet; never a hub member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SigLIP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 retention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Encoder-specific head (its own)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Unrelated lineage; caption head frozen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ENCODERS — ALL FROZEN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modalities, objectives, supervision regimes, sizes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10312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· dim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· 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 s/b/l · 768/1536/2048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self-distillation on image crops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 · 22–304M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members; E capacity ladder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bge-m3 · 1024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query–passage contrastive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PAIR-SUP · 568M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member + caption head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GPT-2 · 768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next-token prediction (WebText)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 · 124M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A source; collapse case (whitening rescue)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Pythia-160M · 768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next-token prediction (The Pile)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 · 160M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 A target; random-weights 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/ SBERT · 768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masked-LM / NLI fine-tune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 + SUP · 110M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ladder; SBERT best head target (101.0%)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 2 base · 768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image–text contrastive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PAIR-SUP · HELD 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server target; hub cross-lineage CONTROL → 94.2%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MobileCLIP-S1 · 512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image–text contrastive, distilled (phone tier)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PAIR-SUP · 21.5M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phone source; Demo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ConvNeXt-base · 1024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ImageNet-22k class supervision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FULLY-SUP · 89M · HELD 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architecture CONTROL → 96.7%, above ViT band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120640"/>
            <a:ext cx="7315200" cy="1581912"/>
          </a:xfrm>
          <a:prstGeom prst="roundRect">
            <a:avLst>
              <a:gd name="adj" fmla="val 4046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" y="5212080"/>
            <a:ext cx="7022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regimes, four objectives — all join one hub at 93–97 % of native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9224" y="5596128"/>
            <a:ext cx="70225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(DINOv2, GPT-2, BERT) · pair-supervised contrastive (bge, SigLIP, MobileCLIP) · fully supervised (SBERT, ConvNeXt). One vector per COCO item: tokens → hidden states → pooled row. Row i is the SAME item in every cache — the shared index is the only 'pairing' any fit ever sees.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01000" y="5120640"/>
            <a:ext cx="3657600" cy="1581912"/>
          </a:xfrm>
          <a:prstGeom prst="roundRect">
            <a:avLst>
              <a:gd name="adj" fmla="val 4046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47304" y="52120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rungs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147304" y="5596128"/>
            <a:ext cx="336499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DINOv2-giant ~1.14B · 3,072-d (held out scale test)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Qwen3-Emb 0.6B / 4B (text scale ladder)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ladders rise then FALL past 304M.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 · TWO LANGUAGE MODELS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GPT-2 vs Pythia-160M, layer by layer — with a random-weights control</a:t>
            </a:r>
            <a:endParaRPr lang="en-US" sz="2700" dirty="0"/>
          </a:p>
        </p:txBody>
      </p:sp>
      <p:pic>
        <p:nvPicPr>
          <p:cNvPr id="5" name="Image 0" descr="/home/claude/deck/img/image-8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3566160" cy="3063240"/>
          </a:xfrm>
          <a:prstGeom prst="rect">
            <a:avLst/>
          </a:prstGeom>
        </p:spPr>
      </p:pic>
      <p:pic>
        <p:nvPicPr>
          <p:cNvPr id="6" name="Image 1" descr="/home/claude/deck/img/image-8-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1444752"/>
            <a:ext cx="4206240" cy="3063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595360" y="1444752"/>
            <a:ext cx="3063240" cy="3063240"/>
          </a:xfrm>
          <a:prstGeom prst="roundRect">
            <a:avLst>
              <a:gd name="adj" fmla="val 209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741664" y="1536192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741664" y="1920240"/>
            <a:ext cx="277063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WikiText passages through both frozen models, masked-mean-pooled per layer. Per layer: CKA (structure) and one ridge map GPT-2→Pythia. CONTROL: seeded random-weights Pythia. Nothing trained. 7,500 train / 768 = 9.8 rows/dim.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4645152"/>
            <a:ext cx="11155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— CKA: trained mean 0.359 vs random 0.067 = 5.3×; diagonal mean 0.424 = 6.3×. Stitching R²: 0.797 at layer 11 vs random 0.173.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makes the case: trained curve RISES with depth (0.59→0.80); random curve DECAYS (0.38→0.09). Opposite slopes = learning, not architecture.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caught: run 1 (1,646 rows) failed on starvation; run 2 (10,000) passed. Same pipeline, more rows.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Proved: convergence is real across architectures and data — the licence for everything after.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B · PHONE → SERVER ADAPTER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0.79 MB matrix lets a mobile encoder search a server index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195560" y="274320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C8551A"/>
          </a:solidFill>
          <a:ln w="12700">
            <a:solidFill>
              <a:srgbClr val="C855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LIVE DEMO</a:t>
            </a:r>
            <a:endParaRPr lang="en-US" sz="1100" dirty="0"/>
          </a:p>
        </p:txBody>
      </p:sp>
      <p:pic>
        <p:nvPicPr>
          <p:cNvPr id="7" name="Image 0" descr="/home/claude/deck/img/image-9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6675120" cy="2880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95160" y="1444752"/>
            <a:ext cx="4663440" cy="2880360"/>
          </a:xfrm>
          <a:prstGeom prst="roundRect">
            <a:avLst>
              <a:gd name="adj" fmla="val 2222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41464" y="1536192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control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141464" y="1920240"/>
            <a:ext cx="4370832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MobileCLIP-S1 (phone, 512-d) and SigLIP 2 (server, 768-d) — never met. Data: 4,000 COCO val2017 pairs, 3,000 train / 1,000 held out. Ridge W (512×768) fitted to match REPRESENTATIONS — never sees the retrieval task. CONTROL: remove W → AUC collapses to 0.477 (chance). Shipped as Core ML fp16, bit-exact.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44805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0.592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51114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R²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063240" y="44805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0.900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3063240" y="51114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cosine to true twin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44805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95.3%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51114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native R@5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44805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55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88.4%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511149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ceiling R@1 (gate 90%, missed)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966960" y="44805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 MB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9966960" y="511149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Core ML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5532120"/>
            <a:ext cx="11155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AUC 0.999 vs 0.477 no-adapter; R@1 0.987 (same-photo ranking); membership AUC 0.889.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90% R@1 gate was recorded as MISSED — reported, not hidden.</a:t>
            </a:r>
            <a:endParaRPr lang="en-US" sz="1100" dirty="0"/>
          </a:p>
        </p:txBody>
      </p:sp>
      <p:sp>
        <p:nvSpPr>
          <p:cNvPr id="22" name="Text 19">
            <a:hlinkClick r:id="rId2" tooltip=""/>
          </p:cNvPr>
          <p:cNvSpPr txBox="1"/>
          <p:nvPr/>
        </p:nvSpPr>
        <p:spPr>
          <a:xfrm>
            <a:off x="502920" y="6720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Demo notebooks B1–B5 — Drive: convergence_experiment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B · WHAT THE MATRIX PROVES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bigger, non-linear model could not beat the one matrix</a:t>
            </a:r>
            <a:endParaRPr lang="en-US" sz="2700" dirty="0"/>
          </a:p>
        </p:txBody>
      </p:sp>
      <p:pic>
        <p:nvPicPr>
          <p:cNvPr id="5" name="Image 0" descr="/home/claude/deck/img/image-10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5303520" cy="3749040"/>
          </a:xfrm>
          <a:prstGeom prst="rect">
            <a:avLst/>
          </a:prstGeom>
        </p:spPr>
      </p:pic>
      <p:pic>
        <p:nvPicPr>
          <p:cNvPr id="6" name="Image 1" descr="/home/claude/deck/img/image-10-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1444752"/>
            <a:ext cx="5623560" cy="2788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35040" y="4343400"/>
            <a:ext cx="5623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control (F2): more parameters, non-linearity, 74 rows/dim, 40 epochs — held-out cosine 0.9183 vs ridge 0.9183, gain +0.0000, on two runs. Linearity is not an approximation; it IS the relationship.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adapter, three decisions ranked by difficulty: verification (same photo?) AUC 0.999 · ranking (twin first?) R@1 0.987 · membership (indexed at all, one global cutoff?) AUC 0.889. Harder as the decision becomes more global.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MLP is the control for 'a network secretly learned the task' — it gains nothing.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E · CROSSING MODALITIES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DINOv2 never saw a word; bge-m3 never saw a pixel — one matrix, image → text</a:t>
            </a:r>
            <a:endParaRPr lang="en-US" sz="2700" dirty="0"/>
          </a:p>
        </p:txBody>
      </p:sp>
      <p:pic>
        <p:nvPicPr>
          <p:cNvPr id="5" name="Image 0" descr="/home/claude/deck/img/flow_e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676656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444752"/>
            <a:ext cx="4251960" cy="2103120"/>
          </a:xfrm>
          <a:prstGeom prst="roundRect">
            <a:avLst>
              <a:gd name="adj" fmla="val 3043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52944" y="1536192"/>
            <a:ext cx="3959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control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52944" y="1920240"/>
            <a:ext cx="395935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COCO train2017 pairs — 7,000 fit W (768→1024), 1,000 held out. Target = five bge captions averaged. CONTROL: shuffle the pairing — the map should fail. Ceiling = jointly-trained system on the same rows.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3657600"/>
            <a:ext cx="4251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— R@1 0.358 = 40.9% of the matched ceiling (358× chance); R² 0.511; shuffle-gap 0.641 (true R² 0.511 minus shuffled −0.130).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caught: a borrowed ceiling read 55.2% — wrong direction, wrong protocol. Re-measured on matched rows: 40.9%. New rule: ceiling is never borrowed.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Proved: PRH's cross-modal claim holds WITHOUT joint training. Crossing modality costs ~half the R@1 of a same-modality pair.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516636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COCO train2017 · DINOv2-small images + bge-m3 captions · shuffle gap confirms pairing is real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E · CAPACITY — DOES IT SCALE?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grows with size to 304M — then both ladders fall</a:t>
            </a:r>
            <a:endParaRPr lang="en-US" sz="2700" dirty="0"/>
          </a:p>
        </p:txBody>
      </p:sp>
      <p:pic>
        <p:nvPicPr>
          <p:cNvPr id="5" name="Image 0" descr="/home/claude/deck/img/image-13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6858000" cy="3794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0" y="150876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40.9%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213969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22M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150876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53.5%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213969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87M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0" y="15087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58.3%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0" y="213969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304M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2880360"/>
            <a:ext cx="4892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(same encoder, data, pooling at every rung): +15.3 pts of ceiling per decade of parameters — exactly PRH's prediction, up to 304M.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falsification: image ladder falls 0.418 → 0.339 at giant (1.1B); text ladder 0.352 → 0.307 at Qwen-4B. Rise then FALL — P2/P3 FALSIFIED.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this is a 0.02–4B regime; PRH's evidence runs to 70B. The big-model tests are the to-do list.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28523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Spearman of pairwise distances, no map fitted — shape agreement before any fitting. Report E.16.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· ISOTROPY, NOT SIMILARITY-TRAINING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collapsed language space, rescued to 102.6 % of a contrastive encoder by a free linear transform</a:t>
            </a:r>
            <a:endParaRPr lang="en-US" sz="2700" dirty="0"/>
          </a:p>
        </p:txBody>
      </p:sp>
      <p:pic>
        <p:nvPicPr>
          <p:cNvPr id="5" name="Image 0" descr="/home/claude/deck/img/image-14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685800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444752"/>
            <a:ext cx="4114800" cy="3291840"/>
          </a:xfrm>
          <a:prstGeom prst="roundRect">
            <a:avLst>
              <a:gd name="adj" fmla="val 1944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90104" y="153619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90104" y="1920240"/>
            <a:ext cx="382219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captions: eff.rank 6.6 of 768. Every caption sits at cosine +0.999 to every other — a cone, not a cloud. Cosine reads 1.000 while retrieval R@1 is 0.130.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Whitening (divide each direction by its spread, label-free, linear) lifts R@1 to 0.478 = 102.6% of an encoder trained on 1.2 BILLION pairs.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centering alone (no whitening) leaves eff.rank at 6.5 and fails — it is the isotropy, not the shift.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846320"/>
            <a:ext cx="11155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— eff.rank vs R@1 correlates at ρ +0.94 across encoders: isotropy is a dial, not a switch.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Proved: isotropy is NECESSARY, not sufficient. A linear transform supplies the coordinate frame; contrastive training adds the semantic arrangement that survives whitening.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both ways: isotropy HELPS reading a known correspondence (retrieval ↑) and HURTS finding an unknown one (Gromov–Wasserstein 39.7% → 0.1%).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SYSTEM 2 · THE SHARED HUB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encoders, one 512-d coordinate system — one frozen head, many recipients</a:t>
            </a:r>
            <a:endParaRPr lang="en-US" sz="2700" dirty="0"/>
          </a:p>
        </p:txBody>
      </p:sp>
      <p:pic>
        <p:nvPicPr>
          <p:cNvPr id="5" name="Image 0" descr="/home/claude/deck/img/image-11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6583680" cy="448056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444752"/>
          <a:ext cx="47548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4-space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 s/b/l + bge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5-space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Four-space + GPT-2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7-space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Five-space + BERT + SBERT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903720" y="3337560"/>
            <a:ext cx="4754880" cy="2587752"/>
          </a:xfrm>
          <a:prstGeom prst="roundRect">
            <a:avLst>
              <a:gd name="adj" fmla="val 2120"/>
            </a:avLst>
          </a:prstGeom>
          <a:solidFill>
            <a:srgbClr val="F5F7FB"/>
          </a:solidFill>
          <a:ln w="12700">
            <a:solidFill>
              <a:srgbClr val="D6DC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31736" y="3401568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math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031736" y="3666744"/>
            <a:ext cx="4498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[X̃_1 | … | X̃_K]  (8,533 × 7,680)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whiten(PCA₅₁₂(Z))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W_k = ridge(X_k → H)    per encoder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W_head = ridge(H_small → T_bge)  once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x_k W_k W_head → rank captions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 model = one solve of W_new;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hub, head &amp; all other maps untouched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· TRANSFER TO ENCODERS IT NEVER SAW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frozen head trains on one encoder and serves all others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195560" y="274320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C8551A"/>
          </a:solidFill>
          <a:ln w="12700">
            <a:solidFill>
              <a:srgbClr val="C855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95560" y="2743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LIVE DEMO</a:t>
            </a:r>
            <a:endParaRPr lang="en-US" sz="1100" dirty="0"/>
          </a:p>
        </p:txBody>
      </p:sp>
      <p:pic>
        <p:nvPicPr>
          <p:cNvPr id="7" name="Image 0" descr="/home/claude/deck/img/image-15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5577840" cy="443484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444752"/>
          <a:ext cx="55778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731520"/>
                <a:gridCol w="100584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recipient (never seen)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DINOv2-base (sibling)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DINOv2-large (sibling)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 2 (new lineage)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 (convnet+supervised)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random-map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 0.001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263640" y="4251960"/>
            <a:ext cx="5577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42 directed pairs through the shared hub reach 103.6% of bespoke per-pair hubs — sharing is FREE.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random entry map scores 0.003 (chance 0.001). ConvNeXt — convnet, supervised, never a member — 96.7%, ABOVE the ViT band. Neither architecture nor supervision bounds the claim.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Seven-space R@1 0.451 vs five-space 0.445 — adding encoders does not hurt.</a:t>
            </a:r>
            <a:endParaRPr lang="en-US" sz="1050" dirty="0"/>
          </a:p>
        </p:txBody>
      </p:sp>
      <p:sp>
        <p:nvSpPr>
          <p:cNvPr id="10" name="Text 6">
            <a:hlinkClick r:id="rId2" tooltip=""/>
          </p:cNvPr>
          <p:cNvSpPr txBox="1"/>
          <p:nvPr/>
        </p:nvSpPr>
        <p:spPr>
          <a:xfrm>
            <a:off x="6263640" y="6766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Demo notebook G2 (live) — Drive: convergence_experiment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DISCOVERY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shared is LOCAL structure — not global geometry</a:t>
            </a:r>
            <a:endParaRPr lang="en-US" sz="2700" dirty="0"/>
          </a:p>
        </p:txBody>
      </p:sp>
      <p:pic>
        <p:nvPicPr>
          <p:cNvPr id="5" name="Image 0" descr="/home/claude/deck/img/similarity_explain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11155680" cy="2651760"/>
          </a:xfrm>
          <a:prstGeom prst="rect">
            <a:avLst/>
          </a:prstGeom>
        </p:spPr>
      </p:pic>
      <p:pic>
        <p:nvPicPr>
          <p:cNvPr id="6" name="Image 1" descr="/home/claude/deck/img/image-16-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4206240"/>
            <a:ext cx="5349240" cy="2514600"/>
          </a:xfrm>
          <a:prstGeom prst="rect">
            <a:avLst/>
          </a:prstGeom>
        </p:spPr>
      </p:pic>
      <p:pic>
        <p:nvPicPr>
          <p:cNvPr id="7" name="Image 2" descr="/home/claude/deck/img/local_topolog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35040" y="4206240"/>
            <a:ext cx="2468880" cy="25146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686800" y="4206240"/>
            <a:ext cx="2971800" cy="2514600"/>
          </a:xfrm>
          <a:prstGeom prst="roundRect">
            <a:avLst>
              <a:gd name="adj" fmla="val 2545"/>
            </a:avLst>
          </a:prstGeom>
          <a:solidFill>
            <a:srgbClr val="EEF7F3"/>
          </a:solidFill>
          <a:ln w="12700">
            <a:solidFill>
              <a:srgbClr val="EEF7F3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833104" y="4297680"/>
            <a:ext cx="2679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8833104" y="4681728"/>
            <a:ext cx="267919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cosine ≈ 0 — coordinates never agree. Shape does: ρ +0.681; 67% of 10 nearest neighbours shared (27× chance). Agreement strongest at small k, decays to chance by k = 500 — 21/21 pairs, three metrics including PRH's own. Different CHARTS of one structure, not one space.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DECIDES HOW MUCH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beats lineage beats modality</a:t>
            </a:r>
            <a:endParaRPr lang="en-US" sz="2700" dirty="0"/>
          </a:p>
        </p:txBody>
      </p:sp>
      <p:pic>
        <p:nvPicPr>
          <p:cNvPr id="5" name="Image 0" descr="/home/claude/deck/img/image-16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5760720" cy="3063240"/>
          </a:xfrm>
          <a:prstGeom prst="rect">
            <a:avLst/>
          </a:prstGeom>
        </p:spPr>
      </p:pic>
      <p:pic>
        <p:nvPicPr>
          <p:cNvPr id="6" name="Image 1" descr="/home/claude/deck/img/image-16-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1444752"/>
            <a:ext cx="5349240" cy="3063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4663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+53×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52943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OBJECTIVE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2926080" y="4663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+44×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2926080" y="52943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LINEAGE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349240" y="46634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+29×</a:t>
            </a:r>
            <a:endParaRPr lang="en-US" sz="3400" dirty="0"/>
          </a:p>
        </p:txBody>
      </p:sp>
      <p:sp>
        <p:nvSpPr>
          <p:cNvPr id="12" name="Text 8"/>
          <p:cNvSpPr txBox="1"/>
          <p:nvPr/>
        </p:nvSpPr>
        <p:spPr>
          <a:xfrm>
            <a:off x="5349240" y="52943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MODALITY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772400" y="466344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pair: bge–SBERT ρ +0.76 — shares an objective and NO ancestry; beats the sibling image pair.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ConvNeXt: LOWEST raw shape agreement (0.33–0.40), HIGHEST transfer (96.7%) — raw shape does not predict transfer.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MDS map (right): encoders cluster by training OBJECTIVE. No map fitted anywhere.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— AND THE HONESTY THAT BACKS THEM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findings, two shipped systems, eleven falsified explanations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EEF7F3"/>
          </a:solidFill>
          <a:ln w="12700">
            <a:solidFill>
              <a:srgbClr val="C8DF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15361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&amp; BUILT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874520"/>
            <a:ext cx="51663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is real but LOCAL; linear, not rigid (Procrustes 0.038 vs ridge 0.592).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crosses modality with no joint training: 40.9–58.3% of ceiling, 358× chance.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Isotropy rescue: collapsed space → 102.6% of a billion-pair encoder.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Self-identifying from shape alone: 39.7% exact, ZERO pairs (595× chance).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&gt; lineage &gt; modality (+53 / +44 / +29×).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Shipped: a 0.79 MB phone adapter (95.3% of native R@5).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Shipped: a hub where adding a model is one closed-form solve.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444752"/>
            <a:ext cx="5532120" cy="4800600"/>
          </a:xfrm>
          <a:prstGeom prst="roundRect">
            <a:avLst>
              <a:gd name="adj" fmla="val 1524"/>
            </a:avLst>
          </a:prstGeom>
          <a:solidFill>
            <a:srgbClr val="FFF4EC"/>
          </a:solidFill>
          <a:ln w="12700">
            <a:solidFill>
              <a:srgbClr val="E8C8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36792" y="153619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 — kept on the record (11, two of them mine)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6792" y="1874520"/>
            <a:ext cx="52578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'Same space' — refuted: raw cosine ≈ 0, global agreement ≈ chance. It is LOCAL.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rotation aligns them' — refuted: Procrustes R² 0.038.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'An MLP beats the matrix' — refuted: +0.0000 gain, twice.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'Scaling keeps helping' — refuted: both ladders fall past 304M.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width cliff: seven mechanisms falsified; the eighth (algebraic rank wall) confirmed. One of my own tests was wrong and is on record.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fit underpowered (run 1) — rows-per-dim rule added.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40080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IS the result: a claim that survived a test which could have killed it is worth more than one never exposed to one.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TESTS — IN PRIORITY ORDER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models come first; the boundary is named, not hidden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111556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480060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paired corpus; repeat giant / Qwen transfer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absolute R@K, non-degenerate references, 10+ rows/dim for giant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model scale with matched pooling and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geometry and transfer reported separately; architecture confound isolated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experts vs one large encoder (pre-registered B1)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task quality, device latency, RAM and energy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Domains, languages, image-target heads and mobile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beyond COCO English; actual device benchmarks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572000"/>
            <a:ext cx="11155680" cy="2148840"/>
          </a:xfrm>
          <a:prstGeom prst="roundRect">
            <a:avLst>
              <a:gd name="adj" fmla="val 2979"/>
            </a:avLst>
          </a:prstGeom>
          <a:solidFill>
            <a:srgbClr val="EEF7F3"/>
          </a:solidFill>
          <a:ln w="12700">
            <a:solidFill>
              <a:srgbClr val="EEF7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" y="4663440"/>
            <a:ext cx="10863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boundary is scientific, not just honest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9224" y="5047488"/>
            <a:ext cx="10863072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PRH's own evidence runs to 70B-parameter language models, a regime this project never entered. The two falsifications (P2/P3) are at 0.3–4B — a confound (model family and architecture change together) means they are a signal to investigate, not a definitive rejection of PRH at scale. Naming the boundary and costing the next test (35,133 items brings gamma to 0.22; ~10 rows/dim for giant) is the work.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5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METRIC DEFINITIONS AND BLIND SPOTS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reference for any examiner question on measurement</a:t>
            </a:r>
            <a:endParaRPr lang="en-US" sz="2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44752"/>
          <a:ext cx="11155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324612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/ meaning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misses or when it misleads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x·y / (||x|| ||y||): direction agreement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Near-one scores uninformative in anisotropic (collapsed) spaces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cosine(i,j) within one space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differs across spaces — compare ranks, not raw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SSE/SST: target variance explained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 magnitude; can go negative; healthy R@1 with negative R² is possible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of queries where true item is in top-K of 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N (chance = K/N); meaningless without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ceiling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R@K divided by jointly-trained R@K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 must match rows, caption protocol and direction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of ranked within-space pairwise distances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retrieval accuracy; survives rotation, not magnitude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HSIC(K,L)/sqrt(HSIC(K,K)·HSIC(L,L)): centred similarity 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against controls; sensitive to width differences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CKNNA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Centred alignment on mutual k-nearest neighbours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Specify k; local (small k) vs global (large k) differ substantially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 overlap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neighbours / 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≈ k/(N−1); report ratio to chance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AUC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P(score(same) &gt; score(random))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Negatives are easy; near-1 AUC means the question was easy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Similarity_Methods_Master_Table.pdf · Math_and_Terms.pdf · Final_Project_Report.pdf Appendix C.13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PARAGRAPH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 never share coordinates — raw agreement is exactly chance. But they describe the same world, and the translation between them is a single matrix small enough to fit on a phone. What they share most strongly is LOCAL: they agree about what is near what, and diverge about the shape of the whole. The coordinate frame that makes structure readable is cheap; the arrangement of meaning across directions is what training actually buys.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4290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PRH proved, narrowed to its defensible 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26280" y="34290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90872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small-expert systems that run without a GPU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342900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2A3570"/>
          </a:solidFill>
          <a:ln w="12700">
            <a:solidFill>
              <a:srgbClr val="2A35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85632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85632" y="3886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falsified explanations kept on the record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937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scope: selected models, datasets and metrics on COCO / WikiText-103. Universal convergence remains open.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method, tables and falsification ledger: Final_Project_Report.pdf (74 pp)  ·  the story with the math: Project_Atlas.pdf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representations, practical adapters — 20-minute defense</dc:title>
  <dc:subject>PptxGenJS Presentation</dc:subject>
  <dc:creator>PptxGenJS</dc:creator>
  <cp:lastModifiedBy>PptxGenJS</cp:lastModifiedBy>
  <cp:revision>1</cp:revision>
  <dcterms:created xsi:type="dcterms:W3CDTF">2026-09-17T13:14:12Z</dcterms:created>
  <dcterms:modified xsi:type="dcterms:W3CDTF">2026-09-17T13:14:12Z</dcterms:modified>
</cp:coreProperties>
</file>