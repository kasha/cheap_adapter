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This talk covers the full project: the scientific hypothesis, two engineering systems, and all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The hypothesis is precise and falsifiable. 'Up to linear' is the key constraint: a matrix can undo rotations and scaling but cannot invent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[2:30] The permutation symmetry argument is why activation-level comparison (CKA, ridge) is the only valid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[3:30] Three stages. The random-weights control is baked into A2 from the start — it is not a post-hoc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[4:30] The arithmetic is checkable before running. Run 1's failure was predictable from 1.6 rows/dim.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[5:30] The key point: a negative control R² is mechanistically diagnostic. CKA barely moved, confirming the issue was sample size not absent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[6:30] The chart shape is the argument. CKA 5.3× uses the mean (0.359/0.067); 6.3× uses the diagonal mean (0.424/0.067). Both are valid; diagonal measures layer-to-layer matching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[7:30] The asymmetry finding led directly to the isotropy rescue in the E-series (slide 15). Same cause, different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[8:30] The engineering consequence of the science. The adapter is an existence proof: if linearity holds, shared infrastructure is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[9:30] R@1 88.4% is below the 90% gate — stated here proactively. R@5 95.3% is the practically relevant figure for an index with hundreds of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[10:30] The demo mixes mobile-path and server-path items in one ranking — the key proof that both tiers share the same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[11:30] Three negatives, all recorded. The GW result supersedes the earlier 23× cosine result from a simpler method. Whitening destroying GW discovery is the mirror of whitening rescuing cosine retrieval — same property, opposite prescription.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[12:30] The boldest claim: the linear relationship crosses modality. The shuffle control (gap 0.641) proves the pairing is doing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[13:30] Pre-registered falsification: the monotonic prediction fails past 304M. Naming the boundary is the honest scientific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[14:30] A discovery, not a planned result. The centering-alone control isolates what makes whitening work. 102.6% of a billion-pair encoder,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[15:30] The hub is the second engineering system. The key advantage: adding a model is ONE closed-form solve. Pairwise would need N-1 new maps per addition.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[16:30] DEMO 2 (if available). The random-map control (0.003) and ConvNeXt held-out (96.7%) are the two numbers to say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[17:30] Two findings in one slide. 'Same world' = same LOCAL arrangement of meaning. Objective alignment dominates — what you train FOR matters more than what you train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[18:30] The three checks are cheap and pre-empt most failures. The final line is the key insight.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[19:15] Summary. The three panels distinguish scientific, engineering, and documentation contributions. Emphasise the missed R@1 gate is in the Engineering column — it is not omitted.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[19:45] Close. The limitations paragraph is pre-emptive — say it before the examiner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drive/folders/15xBpKE-DW8e60dXhq3n5KLSs7kHSFj0_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5xBpKE-DW8e60dXhq3n5KLSs7kHSFj0_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EXPERT COURSE  ·  FINAL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independently trained models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the same representations?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test — and two engineered systems built from its answer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330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vs Pythia-160M · layer convergence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37033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41330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MobileCLIP → SigLIP 2 · 0.79 MB adapter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0" y="37033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41330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Seven-encoder hub · one frozen head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encoders · 9 findings · 11 falsified explanations · two shipped systems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94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Liad Kashanovsky · AI Expert final project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and why the obvious answer fails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1691640"/>
          </a:xfrm>
          <a:prstGeom prst="roundRect">
            <a:avLst>
              <a:gd name="adj" fmla="val 3784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08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approach fails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56232"/>
            <a:ext cx="52120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layers from different models be assembled without training?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merging works only within one lineage (SLERP, TIES, DARE). Cross-architecture transplants fail — permutation symmetry.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94960" cy="1691640"/>
          </a:xfrm>
          <a:prstGeom prst="roundRect">
            <a:avLst>
              <a:gd name="adj" fmla="val 3784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 space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856232"/>
            <a:ext cx="5120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representations may still converge.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content, different coordinate systems. Git Re-Basin · CKA studies · Platonic Representation Hypothesis · vec2vec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291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— Well-trained independent models share representations up to a linear transformation.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11064240" cy="2377440"/>
          </a:xfrm>
          <a:prstGeom prst="roundRect">
            <a:avLst>
              <a:gd name="adj" fmla="val 269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425696"/>
            <a:ext cx="107899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load-bearing: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well-trained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needs a random-weights control to rule out architecture effects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no shared lineage, different labs, tokenizers, corpora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linear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strong enough to undo rotations and rescaling; too weak to invent new information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representations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activations, not weights — what the model computes, not how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weights cannot be compared — the obstacle</a:t>
            </a:r>
            <a:endParaRPr lang="en-US" sz="2800" dirty="0"/>
          </a:p>
        </p:txBody>
      </p:sp>
      <p:pic>
        <p:nvPicPr>
          <p:cNvPr id="6" name="Image 0" descr="/home/claude/deck/img/image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943600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720840" y="1417320"/>
            <a:ext cx="4937760" cy="18288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508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matrices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1856232"/>
            <a:ext cx="4663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difference:  0.0 → identical function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cosine(W, W′):  −0.125 → unrelated weights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1,000-neuron layer has 1000! ≈ 10²⁵⁶⁸ equivalent arrangements.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720840" y="3429000"/>
            <a:ext cx="4937760" cy="1965960"/>
          </a:xfrm>
          <a:prstGeom prst="roundRect">
            <a:avLst>
              <a:gd name="adj" fmla="val 3256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35204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the design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858000" y="3867912"/>
            <a:ext cx="46634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both models the SAME inputs, read their internal states, and compare the GEOMETRY those states form.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the comparison architecture-agnostic and permutation-invariant.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A — the pipeline</a:t>
            </a:r>
            <a:endParaRPr lang="en-US" sz="2800" dirty="0"/>
          </a:p>
        </p:txBody>
      </p:sp>
      <p:pic>
        <p:nvPicPr>
          <p:cNvPr id="6" name="Image 0" descr="/home/claude/deck/img/image-4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7772400" cy="3337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17320"/>
            <a:ext cx="3063240" cy="123444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0" y="15087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 Extract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856232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WikiText passages through both models + a seeded random-weights Pythia control.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549640" y="2788920"/>
            <a:ext cx="3063240" cy="123444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0" y="2880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 CKA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3227832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13×13 layer pairs, twice: trained-vs-trained; trained-vs-random.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549640" y="4160520"/>
            <a:ext cx="3063240" cy="123444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0" y="42519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 Stitch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4599432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ridge matrix per layer pair. Held-out R² = the strong test.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93776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029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built into the design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5376672"/>
            <a:ext cx="107899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chosen adversarially: different labs, tokenizers, architectures, training corpora (WebText vs The Pile) — both trained from scratch, no shared ancestry. The design rules out 'they converge because they're similar' before the first number is computed.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is a formula, not a training run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 =  ( XᵀX  +  αI )⁻¹  XᵀY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14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form · one np.linalg.solve · seconds · byte-identical every run · no epochs, no learning rate, no convergence question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7315200" cy="18288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inverse decomposes the problem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56432"/>
            <a:ext cx="70408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inverted matrix contains only X — the outputs never enter it.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768×768 fit is 768 INDEPENDENT regressions sharing one inverse.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is rows per INPUT dimension, not rows per parameters.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why the 512→768 adapter needed rows relative to 512.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029200"/>
            <a:ext cx="11064240" cy="1673352"/>
          </a:xfrm>
          <a:prstGeom prst="roundRect">
            <a:avLst>
              <a:gd name="adj" fmla="val 382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5120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decided the project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468112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303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9710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· 1,234 training rows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5303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9.8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59710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· 7,500 training rows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512064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5–10 rows per input dimension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width is nearly free — the 512→768 adapter (Exp B) needed rows relative to 512, which is why 3,000 image pairs sufficed.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 failed — and the failure was the lesson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029200" cy="2560320"/>
          </a:xfrm>
          <a:prstGeom prst="roundRect">
            <a:avLst>
              <a:gd name="adj" fmla="val 2500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08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first run reported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56232"/>
            <a:ext cx="475488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mean R²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0.434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(L11)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0.552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control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−0.773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vs criteria: BELOW TARGET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417320"/>
            <a:ext cx="5852160" cy="256032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1508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— and what did not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856232"/>
            <a:ext cx="55778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passages: 1,646 → 10,000 (WikiText validation split is short)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rows: 1,234 → 7,500 (75% of passages)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else: UNCHANGED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187952"/>
            <a:ext cx="11064240" cy="2514600"/>
          </a:xfrm>
          <a:prstGeom prst="roundRect">
            <a:avLst>
              <a:gd name="adj" fmla="val 254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2793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diagnostic, not alarming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626864"/>
            <a:ext cx="107899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R² on the control is impossible for a healthy fit — it means the map generalises WORSE than predicting the mean.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signature of memorise-then-shrink, not of absent structure.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leakage: both models are FROZEN, nothing is trained, the text is only probe stimuli.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discipline lives one level down — A3 holds out its own 25%.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Diagnosis, not fitting the result: the arithmetic was checkable in advance · CKA barely moved (0.365 → 0.359) while regression moved a lot · the control shifted exactly as theory predicts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A — the hypothesis holds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0.737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8483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mean R²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held-out, all 13 layers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417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08483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at layer 11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middle-layer maximum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417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0.173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08483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random-weights control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417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6.3×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08483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CKA diagonal / random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0.424 vs 0.067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5029200" cy="3977640"/>
          </a:xfrm>
          <a:prstGeom prst="roundRect">
            <a:avLst>
              <a:gd name="adj" fmla="val 1609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the evidence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182112"/>
            <a:ext cx="4754880" cy="344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curve RISES with depth (0.59 → 0.80):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build shared abstraction layer by layer.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curve DECAYS (0.38 → 0.09):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layers grind input structure away.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slopes cannot be produced by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or shared inputs alone.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CKA: 0.359 trained mean vs 0.067 random = 5.3×;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mean 0.424 vs 0.067 = 6.3×.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(Diagonal measures matching-layer enrichment.)</a:t>
            </a:r>
            <a:endParaRPr lang="en-US" sz="1150" dirty="0"/>
          </a:p>
        </p:txBody>
      </p:sp>
      <p:pic>
        <p:nvPicPr>
          <p:cNvPr id="17" name="Image 0" descr="/home/claude/deck/img/ck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2743200"/>
            <a:ext cx="2926080" cy="2468880"/>
          </a:xfrm>
          <a:prstGeom prst="rect">
            <a:avLst/>
          </a:prstGeom>
        </p:spPr>
      </p:pic>
      <p:pic>
        <p:nvPicPr>
          <p:cNvPr id="18" name="Image 1" descr="/home/claude/deck/img/stitching_r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32520" y="2743200"/>
            <a:ext cx="2926080" cy="2468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5257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CKA heatmap — diagonal enrichment in the trained pair, absent in the random control. Right: Held-out R² by layer.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robustness check that became a finding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27048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the REVERSE direction (Pythia → GPT-2) appeared asymmetric. Two follow-up tests explained it completely.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2331720"/>
          </a:xfrm>
          <a:prstGeom prst="roundRect">
            <a:avLst>
              <a:gd name="adj" fmla="val 2745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a real information difference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953512"/>
            <a:ext cx="512064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length recoverable from pooled layer-0 vector: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 R² = 1.000 Pythia  R² = 0.126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adds absolute positional embeddings at layer 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Pythia’s rotary encoding is applied inside attention.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REAL information difference, not measurement error.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514600"/>
            <a:ext cx="5394960" cy="2331720"/>
          </a:xfrm>
          <a:prstGeom prst="roundRect">
            <a:avLst>
              <a:gd name="adj" fmla="val 274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layers — a metric artifact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953512"/>
            <a:ext cx="512064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|gap| under variance weighting:  0.097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with uniform averaging:   0.006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 reduction — the two directions become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indistinguishable (L4: 0.722 vs 0.723).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asymmetry was a metric artifact, not a structural 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64240" cy="1673352"/>
          </a:xfrm>
          <a:prstGeom prst="roundRect">
            <a:avLst>
              <a:gd name="adj" fmla="val 3825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120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downstream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468112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GPT-2’s variance collapses into 2–11 effective directions (eff. dim 2.2–10.9 vs Pythia’s 9.3–92.7) — the rogue-dimension phenomenon, measured directly.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property — unequal variance spread (anisotropy) — is what defeats rotation-only alignment in Experiment B, and what whitening rescues in the E-series. One measurement, three consequences.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product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27048"/>
            <a:ext cx="10789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spaces are linearly related, a phone-tier encoder and a server-tier encoder can share ONE vector index. Photos are never uploaded; the phone encoder runs locally; search runs server-side.</a:t>
            </a:r>
            <a:endParaRPr lang="en-US" sz="1200" dirty="0"/>
          </a:p>
        </p:txBody>
      </p:sp>
      <p:pic>
        <p:nvPicPr>
          <p:cNvPr id="8" name="Image 0" descr="/home/claude/deck/img/image-9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77440"/>
            <a:ext cx="960120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57150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→ 768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63825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matrix W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in seconds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343400" y="57150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4343400" y="63825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ML fp16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ANE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57150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index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63825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two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never uploaded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 · RESULT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adapter does to the geometry</a:t>
            </a:r>
            <a:endParaRPr lang="en-US" sz="2800" dirty="0"/>
          </a:p>
        </p:txBody>
      </p:sp>
      <p:pic>
        <p:nvPicPr>
          <p:cNvPr id="6" name="Image 0" descr="/home/claude/deck/img/image-10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6766560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0" y="1417320"/>
            <a:ext cx="4434840" cy="1005840"/>
          </a:xfrm>
          <a:prstGeom prst="roundRect">
            <a:avLst>
              <a:gd name="adj" fmla="val 6364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15087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185623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Same-image pairs sit far apart.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≈ 0.00  ·  R@1 = 0.001 (exact chance)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98080" y="2606040"/>
            <a:ext cx="4434840" cy="1508760"/>
          </a:xfrm>
          <a:prstGeom prst="roundRect">
            <a:avLst>
              <a:gd name="adj" fmla="val 4242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2697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512×768 matrix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3044952"/>
            <a:ext cx="41605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phone vector lands on its server twin.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= 0.900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R@5 = 95.3% of ceiling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R@10 = 97.2% of ceiling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98080" y="4297680"/>
            <a:ext cx="4434840" cy="1554480"/>
          </a:xfrm>
          <a:prstGeom prst="roundRect">
            <a:avLst>
              <a:gd name="adj" fmla="val 4118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35240" y="43891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Disclosed: missed pre-registered gate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4736592"/>
            <a:ext cx="4160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R@1 = 88.4% of ceiling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90% gate was pre-registered and MISSED — reported here, not hidden. The model finds the right image in first place 88.4% of the time; ranking (R@5 95.3%) is the more useful deployed metric.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5852160"/>
            <a:ext cx="6766560" cy="868680"/>
          </a:xfrm>
          <a:prstGeom prst="roundRect">
            <a:avLst>
              <a:gd name="adj" fmla="val 7368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961888"/>
            <a:ext cx="6492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control (512→1024→768, 300 epochs): +0.003 cosine gain — the relationship is linear; residual gap is missing information, not translation error.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— one query, both tiers, one ranking</a:t>
            </a:r>
            <a:endParaRPr lang="en-US" sz="2800" dirty="0"/>
          </a:p>
        </p:txBody>
      </p:sp>
      <p:pic>
        <p:nvPicPr>
          <p:cNvPr id="6" name="Image 0" descr="/home/claude/deck/img/image-11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943600" cy="4434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720840" y="1417320"/>
            <a:ext cx="4983480" cy="2103120"/>
          </a:xfrm>
          <a:prstGeom prst="roundRect">
            <a:avLst>
              <a:gd name="adj" fmla="val 30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5087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demo, measured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1856232"/>
            <a:ext cx="4709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MOBILE   P = 91.3%  the uploaded photo, indexed via the phone path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SERVER    P = 5.0%   goldfinches, indexed natively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MOBILE   P = 1.0%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720840" y="3703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ms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437083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indexed on the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path, end to end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7033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0.08 ms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37083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 vs 150 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network RTT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20840" y="4846320"/>
            <a:ext cx="4983480" cy="1005840"/>
          </a:xfrm>
          <a:prstGeom prst="roundRect">
            <a:avLst>
              <a:gd name="adj" fmla="val 6364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0" y="4956048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math either way — the network is the difference.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Auto-captioned by BLIP on upload.</a:t>
            </a:r>
            <a:endParaRPr lang="en-US" sz="1100" dirty="0"/>
          </a:p>
        </p:txBody>
      </p:sp>
      <p:sp>
        <p:nvSpPr>
          <p:cNvPr id="16" name="Text 13">
            <a:hlinkClick r:id="rId2" tooltip=""/>
          </p:cNvPr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Demo notebooks B1–B5 — Drive: convergence_experiment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HONESTY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negative results, kept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57600" cy="5285232"/>
          </a:xfrm>
          <a:prstGeom prst="roundRect">
            <a:avLst>
              <a:gd name="adj" fmla="val 175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Procrustes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56232"/>
            <a:ext cx="3383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0.038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96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ridge 0.592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0" y="91440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rotation preserves variance spread, so it cannot reconcile spaces that differ in anisotropy.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 disclosed: the 512-vs-768 dimension gap forced zero-padding, which mechanically handicaps pure rotation.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effects measured independently.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1417320"/>
            <a:ext cx="3657600" cy="5285232"/>
          </a:xfrm>
          <a:prstGeom prst="roundRect">
            <a:avLst>
              <a:gd name="adj" fmla="val 175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856232"/>
            <a:ext cx="3383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+0.003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496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gain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461772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times the parameters, direct optimisation of the retrieval objective — no improvement.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PROVED linearity; the failed stronger method is the measurement.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74 rows/dim on the larger corpus: 0.9183 = 0.9183, gain +0.0000 on two runs.)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38160" y="1417320"/>
            <a:ext cx="3657600" cy="5285232"/>
          </a:xfrm>
          <a:prstGeom prst="roundRect">
            <a:avLst>
              <a:gd name="adj" fmla="val 1750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Pair-free translation — UPDATED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1856232"/>
            <a:ext cx="3383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1828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39.7%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49631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exact matches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595× chance (1/1,500)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832104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Entropic Gromov–Wasserstein: matches distance-structure to distance-structure using NO item pairs.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39.7% exact at 595× chance; a map from GW assignments reaches R@1 40% of ceiling.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measured negatives kept: iterative ICP degraded monotonically; whitening destroyed discovery (39.7% → 0.1%).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an earlier run (C1) used a simpler approach and reached 23× random in cosine; the GW result (C1.1) supersedes it.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E1  —  NEW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DINOv2 never saw a word. bge-m3 never saw a pixel. One matrix.</a:t>
            </a:r>
            <a:endParaRPr lang="en-US" sz="2800" dirty="0"/>
          </a:p>
        </p:txBody>
      </p:sp>
      <p:pic>
        <p:nvPicPr>
          <p:cNvPr id="6" name="Image 0" descr="/home/claude/deck/img/e1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6766560" cy="4846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0" y="1417320"/>
            <a:ext cx="4434840" cy="19202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15087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1856232"/>
            <a:ext cx="41605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COCO train2017 pairs: 7,000 fit W (768→1024), 1,000 held out.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five bge-m3 captions averaged.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shuffle the pairing — the map should fail.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= jointly-trained system on the same rows.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3520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40.9%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41879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matched ceiling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(R@1 0.358 · 358× chance)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3520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0.641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418795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shuffle-control gap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(R² 0.511 minus −0.130)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98080" y="4846320"/>
            <a:ext cx="4434840" cy="1444752"/>
          </a:xfrm>
          <a:prstGeom prst="roundRect">
            <a:avLst>
              <a:gd name="adj" fmla="val 44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35240" y="4956048"/>
            <a:ext cx="4160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caught: a borrowed ceiling read 55.2% — wrong protocol. Re-measured: 40.9%.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Proved: PRH's cross-modal claim holds WITHOUT joint training. Crossing modality costs ~half R@1 of a same-modality pair.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DINOv2 family: 40.9 / 53.5 / 58.3% · +15.3 pts per decade of parameters.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E — SCALE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Alignment grows with capacity to 304M — then both ladders fall</a:t>
            </a:r>
            <a:endParaRPr lang="en-US" sz="2800" dirty="0"/>
          </a:p>
        </p:txBody>
      </p:sp>
      <p:pic>
        <p:nvPicPr>
          <p:cNvPr id="6" name="Image 0" descr="/home/claude/deck/img/capa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76072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150876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40.9%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176272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22M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50876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53.5%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176272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87M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150876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58.3%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9601200" y="2176272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304M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43200"/>
            <a:ext cx="5212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(same text encoder, data, pooling at every rung): +15.3 pts of ceiling per decade — exactly PRH’s prediction, up to 304M.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falsification: image ladder 0.418 → 0.339 at giant (1.1B); text ladder 0.352 → 0.307 at Qwen-4B. Rise then FALL. Predictions P2/P3 FALSIFIED.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0.02–4B regime. PRH’s evidence runs to 70B. The big-model tests are the to-do list.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303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Spearman of pairwise distances, no map fitted — shape agreement before any fitting.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· ISOTROPY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collapsed language space rescued to 102.6% of a contrastive encoder</a:t>
            </a:r>
            <a:endParaRPr lang="en-US" sz="2800" dirty="0"/>
          </a:p>
        </p:txBody>
      </p:sp>
      <p:pic>
        <p:nvPicPr>
          <p:cNvPr id="6" name="Image 0" descr="/home/claude/deck/img/flow_e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6858000" cy="3337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417320"/>
            <a:ext cx="4343400" cy="3337560"/>
          </a:xfrm>
          <a:prstGeom prst="roundRect">
            <a:avLst>
              <a:gd name="adj" fmla="val 1918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15087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856232"/>
            <a:ext cx="406908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captions: eff.rank 6.6 of 768. Every caption at cosine +0.999 — a cone, not a cloud. Cosine reads 1.000 while R@1 is 0.130.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Whitening (divide each direction by its spread — label-free, no data needed) lifts R@1 to 0.478 = 102.6% of an encoder trained on 1.2 BILLION pairs.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centering alone leaves eff.rank at 6.5 and fails — it is the isotropy, not the shift.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eff.rank vs R@1 correlate at ρ +0.94 across encoders: isotropy is a dial, not a switch.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4919472"/>
            <a:ext cx="6858000" cy="1783080"/>
          </a:xfrm>
          <a:prstGeom prst="roundRect">
            <a:avLst>
              <a:gd name="adj" fmla="val 3590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029200"/>
            <a:ext cx="658368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Proved: isotropy is NECESSARY, not sufficient. A label-free linear transform supplies the coordinate frame; contrastive training adds the semantic arrangement that survives whitening.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both ways: isotropy HELPS reading a known correspondence (retrieval ↑) and HURTS finding an unknown one (GW matching: 39.7% → 0.1%).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4919472"/>
            <a:ext cx="4343400" cy="1783080"/>
          </a:xfrm>
          <a:prstGeom prst="roundRect">
            <a:avLst>
              <a:gd name="adj" fmla="val 3590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5029200"/>
            <a:ext cx="406908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Exp A (slide 8): GPT-2’s rogue-dimension phenomenon (eff.dim 2.2–10.9) was already measured there. The isotropy rescue is the constructive complement — whitening undoes the same property that made comparison harder.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SYSTEM 2 — NEW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hub: seven encoders, one 512-d space, one frozen head</a:t>
            </a:r>
            <a:endParaRPr lang="en-US" sz="2800" dirty="0"/>
          </a:p>
        </p:txBody>
      </p:sp>
      <p:pic>
        <p:nvPicPr>
          <p:cNvPr id="6" name="Image 0" descr="/home/claude/deck/img/hub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6675120" cy="5285232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17320"/>
          <a:ext cx="4709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concat width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4-space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 s/b/l + bge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5-space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Four-space + GPT-2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7-space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Five-space + BERT + SBERT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949440" y="3154680"/>
            <a:ext cx="4709160" cy="3547872"/>
          </a:xfrm>
          <a:prstGeom prst="roundRect">
            <a:avLst>
              <a:gd name="adj" fmla="val 1804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086600" y="3282696"/>
            <a:ext cx="4434840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[X̃₁ | … | X̃_K]  (8,533 × 7,680)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whiten(PCA₅₁₂(Z))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W_k = ridge(X_k → H)    per encoder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W_head = ridge(H_small → T_bge)  once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query: x_k W_k W_head → rank captions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model = one new solve of W_new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hub, head &amp; all other maps: UNTOUCHED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· TRANSFER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frozen head — trained on one encoder — serves encoders it never saw</a:t>
            </a:r>
            <a:endParaRPr lang="en-US" sz="2800" dirty="0"/>
          </a:p>
        </p:txBody>
      </p:sp>
      <p:pic>
        <p:nvPicPr>
          <p:cNvPr id="6" name="Image 0" descr="/home/claude/deck/img/auc_hub_sev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4023360" cy="2606040"/>
          </a:xfrm>
          <a:prstGeom prst="rect">
            <a:avLst/>
          </a:prstGeom>
        </p:spPr>
      </p:pic>
      <p:pic>
        <p:nvPicPr>
          <p:cNvPr id="7" name="Image 1" descr="/home/claude/deck/img/siglip_zero_shot_vs_native_rat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4114800"/>
            <a:ext cx="4023360" cy="2587752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417320"/>
          <a:ext cx="68580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77724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 (never seen)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DINOv2-base (sibling)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DINOv2-large (sibling)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 2 (new lineage)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ConvNeXt (convnet + supervised)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random-map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0.001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800600" y="3794760"/>
            <a:ext cx="6858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directed pairs share one hub at 103.6% of bespoke per-pair hubs — sharing is FREE.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ConvNeXt: convnet, fully supervised, never a hub member → 96.7%, ABOVE the ViT band. Neither architecture nor supervision bounds the claim.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 2: unrelated lineage, never seen → 94.2%, reproduced to the decimal by the re-run.</a:t>
            </a:r>
            <a:endParaRPr lang="en-US" sz="1100" dirty="0"/>
          </a:p>
        </p:txBody>
      </p:sp>
      <p:sp>
        <p:nvSpPr>
          <p:cNvPr id="10" name="Text 5">
            <a:hlinkClick r:id="rId3" tooltip=""/>
          </p:cNvPr>
          <p:cNvSpPr txBox="1"/>
          <p:nvPr/>
        </p:nvSpPr>
        <p:spPr>
          <a:xfrm>
            <a:off x="480060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Demo notebook G2 (live) — Drive: convergence_experiment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DISCOVERIES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shared is LOCAL — and objective beats lineage beats modality</a:t>
            </a:r>
            <a:endParaRPr lang="en-US" sz="2800" dirty="0"/>
          </a:p>
        </p:txBody>
      </p:sp>
      <p:pic>
        <p:nvPicPr>
          <p:cNvPr id="6" name="Image 0" descr="/home/claude/deck/img/similarity_explain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7315200" cy="2331720"/>
          </a:xfrm>
          <a:prstGeom prst="rect">
            <a:avLst/>
          </a:prstGeom>
        </p:spPr>
      </p:pic>
      <p:pic>
        <p:nvPicPr>
          <p:cNvPr id="7" name="Image 1" descr="/home/claude/deck/img/encoder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0" y="1417320"/>
            <a:ext cx="3794760" cy="2743200"/>
          </a:xfrm>
          <a:prstGeom prst="rect">
            <a:avLst/>
          </a:prstGeom>
        </p:spPr>
      </p:pic>
      <p:pic>
        <p:nvPicPr>
          <p:cNvPr id="8" name="Image 2" descr="/home/claude/deck/img/scale_shape_agreeme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840480"/>
            <a:ext cx="4572000" cy="286207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61888" y="3886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+53×</a:t>
            </a:r>
            <a:endParaRPr lang="en-US" sz="3800" dirty="0"/>
          </a:p>
        </p:txBody>
      </p:sp>
      <p:sp>
        <p:nvSpPr>
          <p:cNvPr id="10" name="Text 5"/>
          <p:cNvSpPr txBox="1"/>
          <p:nvPr/>
        </p:nvSpPr>
        <p:spPr>
          <a:xfrm>
            <a:off x="5961888" y="455371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7498080" y="3886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+44×</a:t>
            </a:r>
            <a:endParaRPr lang="en-US" sz="3800" dirty="0"/>
          </a:p>
        </p:txBody>
      </p:sp>
      <p:sp>
        <p:nvSpPr>
          <p:cNvPr id="12" name="Text 7"/>
          <p:cNvSpPr txBox="1"/>
          <p:nvPr/>
        </p:nvSpPr>
        <p:spPr>
          <a:xfrm>
            <a:off x="7498080" y="455371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3886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+29×</a:t>
            </a:r>
            <a:endParaRPr lang="en-US" sz="3800" dirty="0"/>
          </a:p>
        </p:txBody>
      </p:sp>
      <p:sp>
        <p:nvSpPr>
          <p:cNvPr id="14" name="Text 9"/>
          <p:cNvSpPr txBox="1"/>
          <p:nvPr/>
        </p:nvSpPr>
        <p:spPr>
          <a:xfrm>
            <a:off x="9034272" y="455371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MODALITY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349240"/>
            <a:ext cx="111556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cosine ≈ 0; Spearman ρ +0.681; 67% of 10 nearest neighbours shared (27× chance). Agreement strongest at small k, decays to chance by k = 500 — 21/21 pairs, on three metrics including PRH’s own CKNNA.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pair: bge–SBERT ρ +0.76 — shares an objective and NO ancestry; beats the sibling image pair (+44×). ConvNeXt: lowest raw shape (0.33–0.40), highest transfer (96.7%) — raw shape does not predict transfer.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TAKEAWAY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accepting a negative result, verify the experiment could have said yes.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031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per input dimension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450592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starvation biases DOWNWARD, systematically — arithmetic, checkable in advance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372600" y="2148840"/>
            <a:ext cx="2286000" cy="685800"/>
          </a:xfrm>
          <a:prstGeom prst="roundRect">
            <a:avLst>
              <a:gd name="adj" fmla="val 9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7260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74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4747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of the two matrices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822192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off-by-one and every pair is wrong, with no error raised — test by shuffling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72600" y="3520440"/>
            <a:ext cx="2286000" cy="685800"/>
          </a:xfrm>
          <a:prstGeom prst="roundRect">
            <a:avLst>
              <a:gd name="adj" fmla="val 9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72600" y="3520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463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and preprocessing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5193792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transforms that produced the matrices can destroy signal before fitting begins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72600" y="4892040"/>
            <a:ext cx="2286000" cy="685800"/>
          </a:xfrm>
          <a:prstGeom prst="roundRect">
            <a:avLst>
              <a:gd name="adj" fmla="val 9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4892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positive announces itself under scrutiny.  A false negative just sits there looking like a clean answer.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38560" y="64922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011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delivered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337560" cy="5285232"/>
          </a:xfrm>
          <a:prstGeom prst="roundRect">
            <a:avLst>
              <a:gd name="adj" fmla="val 219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337560" cy="438912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173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193852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Hypothesis confirmed: R² 0.737 mean, 0.797 peak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1518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CKA ratio 6.3× against a seeded control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2918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Direction-symmetric once the metric artifact is removed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9684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Anisotropy measured directly (eff. dim 2.2–92.7)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64515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Cross-modal: image→text at 40.9–58.3% of ceiling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218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Objective beats lineage beats modality (+53× / +44× / +29×)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99846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Sharing is LOCAL (21/21 pairs on k-NN, CKNNA, ρ)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0" y="1417320"/>
            <a:ext cx="3337560" cy="5285232"/>
          </a:xfrm>
          <a:prstGeom prst="roundRect">
            <a:avLst>
              <a:gd name="adj" fmla="val 219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0" y="1417320"/>
            <a:ext cx="333756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14173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279392" y="193852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Adapter.mlpackage — 0.79 MB, fp16, iOS 16+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279392" y="261518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R@5 / R@10 at 95.3% / 97.2% of ceiling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279392" y="32918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R@1 88.4% (90% gate missed — disclosed)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279392" y="39684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Shared Qdrant index, photos never uploaded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279392" y="464515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Shared hub: 7 encoders, one 512-d space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53218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Hub: add a model = one closed-form solve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279392" y="599846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ConvNeXt held-out 96.7%, SigLIP 2 94.2%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1417320"/>
            <a:ext cx="3337560" cy="5285232"/>
          </a:xfrm>
          <a:prstGeom prst="roundRect">
            <a:avLst>
              <a:gd name="adj" fmla="val 219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0" y="1417320"/>
            <a:ext cx="3337560" cy="438912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0" y="14173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193852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Final_Project_Report.pdf — 74 pages, 3 appendices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61518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Project_Atlas.pdf — the story with the math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32918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25+ Colab notebooks, every stage reproducible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39684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Falsification ledger: 11 entries (2 our own errors)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464515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Experiment_Summary · Results_Summary · Defense_Brief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7482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compute for the scientific core: under one GPU-hour on a free Colab T4. Every number held-out.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that never shared a datapoint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the same local map of the world.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matrix translates between them — and that translation, without any paired training, crosses modalities, survives held-out encoders, and fits on a phone.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0.737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165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44165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to target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95.3%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4165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R@5 of ceiling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B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96.7%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4165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transfer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 held-out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44165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artifact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16+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stated plainly: two small language models are a two-point sample of the PRH trend — not proof of it at scale. Cross-modal sits at 40.9–58.3%, not 100%. The scale prediction fails past 304M in this regime. All boundaries are named, costed and on the to-do list.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Final_Project_Report.pdf (74 pp)  ·  Project_Atlas.pdf  ·  Results_Summary.pdf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independently trained models learn the same representations?</dc:title>
  <dc:subject>PptxGenJS Presentation</dc:subject>
  <dc:creator>PptxGenJS</dc:creator>
  <cp:lastModifiedBy>PptxGenJS</cp:lastModifiedBy>
  <cp:revision>1</cp:revision>
  <dcterms:created xsi:type="dcterms:W3CDTF">2026-09-17T13:30:37Z</dcterms:created>
  <dcterms:modified xsi:type="dcterms:W3CDTF">2026-09-17T13:30:37Z</dcterms:modified>
</cp:coreProperties>
</file>