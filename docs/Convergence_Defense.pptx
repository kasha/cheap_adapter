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32E"/>
                </a:solidFill>
                <a:latin typeface="Arial"/>
              </a:rPr>
              <a:t>Held-out R² by depth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trained (GPT-2 → Pythia)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L0</c:v>
                  </c:pt>
                  <c:pt idx="1">
                    <c:v>L1</c:v>
                  </c:pt>
                  <c:pt idx="2">
                    <c:v>L2</c:v>
                  </c:pt>
                  <c:pt idx="3">
                    <c:v>L3</c:v>
                  </c:pt>
                  <c:pt idx="4">
                    <c:v>L4</c:v>
                  </c:pt>
                  <c:pt idx="5">
                    <c:v>L5</c:v>
                  </c:pt>
                  <c:pt idx="6">
                    <c:v>L6</c:v>
                  </c:pt>
                  <c:pt idx="7">
                    <c:v>L7</c:v>
                  </c:pt>
                  <c:pt idx="8">
                    <c:v>L8</c:v>
                  </c:pt>
                  <c:pt idx="9">
                    <c:v>L9</c:v>
                  </c:pt>
                  <c:pt idx="10">
                    <c:v>L10</c:v>
                  </c:pt>
                  <c:pt idx="11">
                    <c:v>L11</c:v>
                  </c:pt>
                  <c:pt idx="12">
                    <c:v>L12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0.591</c:v>
                </c:pt>
                <c:pt idx="1">
                  <c:v>0.717</c:v>
                </c:pt>
                <c:pt idx="2">
                  <c:v>0.702</c:v>
                </c:pt>
                <c:pt idx="3">
                  <c:v>0.734</c:v>
                </c:pt>
                <c:pt idx="4">
                  <c:v>0.737</c:v>
                </c:pt>
                <c:pt idx="5">
                  <c:v>0.752</c:v>
                </c:pt>
                <c:pt idx="6">
                  <c:v>0.754</c:v>
                </c:pt>
                <c:pt idx="7">
                  <c:v>0.748</c:v>
                </c:pt>
                <c:pt idx="8">
                  <c:v>0.783</c:v>
                </c:pt>
                <c:pt idx="9">
                  <c:v>0.775</c:v>
                </c:pt>
                <c:pt idx="10">
                  <c:v>0.796</c:v>
                </c:pt>
                <c:pt idx="11">
                  <c:v>0.798</c:v>
                </c:pt>
                <c:pt idx="12">
                  <c:v>0.74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random-weights control</c:v>
                </c:pt>
              </c:strCache>
            </c:strRef>
          </c:tx>
          <c:spPr>
            <a:solidFill>
              <a:srgbClr val="C4CDD4"/>
            </a:solidFill>
            <a:ln w="38100" cap="flat">
              <a:solidFill>
                <a:srgbClr val="C4CD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CDD4"/>
              </a:solidFill>
              <a:ln w="9525" cap="flat">
                <a:solidFill>
                  <a:srgbClr val="C4CD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L0</c:v>
                  </c:pt>
                  <c:pt idx="1">
                    <c:v>L1</c:v>
                  </c:pt>
                  <c:pt idx="2">
                    <c:v>L2</c:v>
                  </c:pt>
                  <c:pt idx="3">
                    <c:v>L3</c:v>
                  </c:pt>
                  <c:pt idx="4">
                    <c:v>L4</c:v>
                  </c:pt>
                  <c:pt idx="5">
                    <c:v>L5</c:v>
                  </c:pt>
                  <c:pt idx="6">
                    <c:v>L6</c:v>
                  </c:pt>
                  <c:pt idx="7">
                    <c:v>L7</c:v>
                  </c:pt>
                  <c:pt idx="8">
                    <c:v>L8</c:v>
                  </c:pt>
                  <c:pt idx="9">
                    <c:v>L9</c:v>
                  </c:pt>
                  <c:pt idx="10">
                    <c:v>L10</c:v>
                  </c:pt>
                  <c:pt idx="11">
                    <c:v>L11</c:v>
                  </c:pt>
                  <c:pt idx="12">
                    <c:v>L12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0.375</c:v>
                </c:pt>
                <c:pt idx="1">
                  <c:v>0.31</c:v>
                </c:pt>
                <c:pt idx="2">
                  <c:v>0.28</c:v>
                </c:pt>
                <c:pt idx="3">
                  <c:v>0.25</c:v>
                </c:pt>
                <c:pt idx="4">
                  <c:v>0.23</c:v>
                </c:pt>
                <c:pt idx="5">
                  <c:v>0.21</c:v>
                </c:pt>
                <c:pt idx="6">
                  <c:v>0.19</c:v>
                </c:pt>
                <c:pt idx="7">
                  <c:v>0.17</c:v>
                </c:pt>
                <c:pt idx="8">
                  <c:v>0.15</c:v>
                </c:pt>
                <c:pt idx="9">
                  <c:v>0.13</c:v>
                </c:pt>
                <c:pt idx="10">
                  <c:v>0.11</c:v>
                </c:pt>
                <c:pt idx="11">
                  <c:v>0.1</c:v>
                </c:pt>
                <c:pt idx="12">
                  <c:v>0.09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D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32E"/>
                </a:solidFill>
                <a:latin typeface="Arial"/>
              </a:rPr>
              <a:t>Effective dimensionality (of 768)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GPT-2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L0</c:v>
                  </c:pt>
                  <c:pt idx="1">
                    <c:v>L4</c:v>
                  </c:pt>
                  <c:pt idx="2">
                    <c:v>L8</c:v>
                  </c:pt>
                  <c:pt idx="3">
                    <c:v>L12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3.3</c:v>
                </c:pt>
                <c:pt idx="2">
                  <c:v>10.9</c:v>
                </c:pt>
                <c:pt idx="3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Pythia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L0</c:v>
                  </c:pt>
                  <c:pt idx="1">
                    <c:v>L4</c:v>
                  </c:pt>
                  <c:pt idx="2">
                    <c:v>L8</c:v>
                  </c:pt>
                  <c:pt idx="3">
                    <c:v>L12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92.7</c:v>
                </c:pt>
                <c:pt idx="1">
                  <c:v>9.3</c:v>
                </c:pt>
                <c:pt idx="2">
                  <c:v>19.8</c:v>
                </c:pt>
                <c:pt idx="3">
                  <c:v>43.9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halves: a scientific claim tested with controls, and an engineering artifact that only exists because the claim held. Total compute under one GPU-hour.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hypothesis is deliberately falsifiable: a linear map can rotate, scale and shear — it cannot compute new features or memorize exceptions. If it works, the structure was already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project measures activations. Weight-space comparison is not merely hard, it is meaningless without solving the permutation alignment problem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pooling is what makes the comparison possible: different tokenizers mean no token-level correspondence exists, but passage-level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divide by 590K: the fit is 768 tractable problems, not one intractable one. Dividing by total parameters gives 0.002 and 0.013 — a meaningless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defensive point: this was a diagnosed confound with a prediction attached, not a lucky reroll. Run 1 numbers are reported in full, never discarded.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asked about the missed threshold: the pre-registered CKA diagonal target was &gt;0.5 and we measured 0.424. Reported as missed in Appendix C. The ratio criteria and stitching passed decisively.</a:t>
            </a:r>
          </a:p>
          <a:p/>
          <a:p>
            <a:r>
              <a:t>CKA panel wording (measured, A2-bis / report C.7): do NOT say 'hot diagonal' about the raw panel. DO say: the diagonal is elevated (ratio 1.20, permutation p &lt; 0.001) and rises strictly monotonically from layer 3 to layer 11, 0.125 to 0.742, Spearman rho = 1.000, p &lt; 1e-5 - which mirrors the stitching curve on this slide. Two independent measures agree on depth ordering.</a:t>
            </a:r>
          </a:p>
          <a:p/>
          <a:p>
            <a:r>
              <a:t>If asked why the panel looks blocky: hubness. Row means span 0.19 to 0.57 and 97% of the matrix energy is rank-1, so most cells reflect 'how similar is this layer to everything' rather than a specific pairing. Divide out the marginals and 77% of layers match within two, diagonal enriched at p = 0.006. Same anisotropy that defeated Procrustes in Experiment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project's method: an anomaly is not hand-waved, it is diagnosed with a test that could have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adapter is applied to image embeddings only, and only on the mobile side. The server and all queries stay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MLP is the only gradient training in the entire project, run deliberately as a control to prove it was unnecessary.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scope: this is a qualitative demo on 9 vectors. The quantitative claim is B3's Recall@K on 1,000 held-out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negative is trusted only because a positive control succeeded on the same data — that is what makes it a finding rather than a failure to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transferable lesson. Run 1 would have closed the investigation with a plausible wrong conclusion, and Experiment B would never have existed.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headline number is measured on held-out data the fit never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scope: the experiments confirm the measured points and are consistent with the predicted trend; the trend itself remains an extrapolation this replication makes credible but cannot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EXPERT COURSE  ·  FINAL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independently trained models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same representations?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test, and a 0.79 MB artifact shipped from its answer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  ·  GPT-2 vs Pythia-160M      Experiment B  ·  MobileCLIP -&gt; SigLIP 2 adapter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and why the obvious answer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72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layers from different models be assembled without training?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merging works only within one lineage (SLERP, TIES, DARE).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Cross-architecture transplants fail — permutation symmetry.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F2F7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572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representations may still converge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content, different coordinate systems.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Re-Basin · CKA studies · Platonic Representation Hypothesis · vec2vec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069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Well-trained independent models share representations up to a linear transformation.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load-bearing:   well-trained → needs a random-weights control   ·   independent → no shared lineage   ·   up to linear → strong enough to undo rotations, too weak to invent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weights cannot be compared — the obstacle</a:t>
            </a:r>
            <a:endParaRPr lang="en-US" sz="3000" dirty="0"/>
          </a:p>
        </p:txBody>
      </p:sp>
      <p:pic>
        <p:nvPicPr>
          <p:cNvPr id="4" name="Image 0" descr="sl_p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76656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23444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F4F7F9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real matrices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17830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difference:  0.0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function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B33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cosine(W, W'):  −0.125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weights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1000-neuron layer has 1000! ≈ 10²⁵⁶⁸ equivalent arrangements — so the comparison must happen on ACTIVATIONS (what the model computes), not WEIGHTS (how it computes).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AF2F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for the design: feed both models the SAME inputs, read their internal states, and compare the geometry those states form.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A — the pipeline</a:t>
            </a:r>
            <a:endParaRPr lang="en-US" sz="3000" dirty="0"/>
          </a:p>
        </p:txBody>
      </p:sp>
      <p:pic>
        <p:nvPicPr>
          <p:cNvPr id="4" name="Image 0" descr="sl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10881360" cy="1874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29184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40416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WikiText passages through both models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seeded random-weights control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329184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3493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636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9432" y="40416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13×13 layer pairs, twice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(trained vs trained, trained vs random)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0" y="329184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3493008"/>
            <a:ext cx="457200" cy="457200"/>
          </a:xfrm>
          <a:prstGeom prst="ellipse">
            <a:avLst/>
          </a:prstGeom>
          <a:solidFill>
            <a:srgbClr val="C77D0A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6968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02752" y="40416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ridge matrix per layer pair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R² = the strong test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chosen adversarially: different labs, tokenizers, architectures, training corpora — both trained from scratch, no shared ancestry.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is a formula, not a training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=  ( XᵀX  +  αI )⁻¹  XᵀY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 · one np.linalg.solve · seconds · byte-identical every run · no epochs, no learning rate, no convergence 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inverse decomposes 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inverted matrix contains only X — the outputs never enter it. So the 768×768 fit is 768 INDEPENDENT regressions sharing one inverse.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 is rows per INPUT dimension, not rows per 590,000 parameters.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decided the 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3108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3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37960" y="3785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· 1,234 rows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0" y="3108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3785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7,500 rows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5–10 rows per input dimension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Consequence, checked later: output width is nearly free — the 512→768 adapter needs rows relative to 512, which is why 3,000 image pairs sufficed in Experiment B.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 failed — and the failure was the lesson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BF0E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first run reported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mean R²  0.434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(L11)  0.552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B33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control  −0.773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vs criteria: BELOW 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R² on the control is impossible for a healthy fit — it means the map generalizes WORSE than predicting the mean. That is the signature of memorize-then-shrink, not of absent 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EFF6F2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and what did not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1,646 → 10,000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validation → train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 holds only ~1,646 long passages)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else: UNCHANGED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3291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leakage: both models are FROZEN, nothing is trained, the text is only probe stimuli. Held-out discipline lives one level down — A3 holds out its own 25%.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not fitting the result:  the arithmetic was checkable in advance  ·  CKA barely moved (0.365 → 0.359) while regression moved a lot  ·  the control shifted exactly as theory predicts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A — the hypothesis holds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93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mean R²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held-out, 13 layers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093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layer 11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middle-layer maximum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093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random-weights control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23444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0939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trained / random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0.424 vs 0.067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017520"/>
          <a:ext cx="6949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863840" y="3017520"/>
            <a:ext cx="3657600" cy="2651760"/>
          </a:xfrm>
          <a:prstGeom prst="roundRect">
            <a:avLst>
              <a:gd name="adj" fmla="val 2069"/>
            </a:avLst>
          </a:prstGeom>
          <a:solidFill>
            <a:srgbClr val="EAF2F7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3816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is the evidence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38160" y="35661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curve RISES with depth (0.59 → 0.80): both models build shared abstraction layer by layer.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curve DECAYS (0.38 → 0.09): random layers grind input structure away.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slopes cannot be produced by architecture or shared inputs alone.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robustness check that became a finding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REVERSE direction (Pythia → GPT-2) appeared asymmetric. Two follow-up tests explained it completely.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BF7E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a REAL information difference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 recoverable from pooled layer-0 vector: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 R² = 1.000        Pythia  R² = 0.126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adds absolute positional embeddings at layer 0; Pythia's rotary encoding is applied inside attention.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EFF6F2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layers — a METRIC artifact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|gap| under variance weighting:  0.097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with uniform averaging:  0.006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reduction — the two directions become indistinguishable (L4: 0.722 vs 0.723).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0080" y="3657600"/>
          <a:ext cx="60350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949440" y="3657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2376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twice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223760" y="42062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GPT-2's variance collapses into 2–11 effective directions — the rogue-dimension phenomenon, measured here.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property (unequal variance spread) is what defeats rotation-only alignment in Experiment B.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 to product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spaces are linearly related, a phone-tier encoder and a server-tier encoder can share ONE vector index.</a:t>
            </a:r>
            <a:endParaRPr lang="en-US" sz="1400" dirty="0"/>
          </a:p>
        </p:txBody>
      </p:sp>
      <p:pic>
        <p:nvPicPr>
          <p:cNvPr id="5" name="Image 0" descr="sl_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1088136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29768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→ 768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49194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matrix W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in seconds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429768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26280" y="49194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fp16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ANE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429768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index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0" y="49194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two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never uploaded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 ·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adapter does to the geometry</a:t>
            </a:r>
            <a:endParaRPr lang="en-US" sz="3000" dirty="0"/>
          </a:p>
        </p:txBody>
      </p:sp>
      <p:pic>
        <p:nvPicPr>
          <p:cNvPr id="4" name="Image 0" descr="sl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234440"/>
            <a:ext cx="3840480" cy="3657600"/>
          </a:xfrm>
          <a:prstGeom prst="roundRect">
            <a:avLst>
              <a:gd name="adj" fmla="val 1500"/>
            </a:avLst>
          </a:prstGeom>
          <a:solidFill>
            <a:srgbClr val="F4F7F9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Same-image pairs sit far apart.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≈ 0.00 · R@1 = 0.001 (exact chance)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5528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512×768 matrix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926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phone vector lands on its server twin.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= 0.900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R@5 = 95.3% of ceiling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R@10 = 97.2% of ceiling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clouds interleave — there is no region you could circle and call "the mobile part".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comparison: an MLP (512→1024→768, 300 epochs) gained +0.003 cosine — the relationship is linear, and the residual gap is missing information, not translation error.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— one query, both tiers, one ranking</a:t>
            </a:r>
            <a:endParaRPr lang="en-US" sz="3000" dirty="0"/>
          </a:p>
        </p:txBody>
      </p:sp>
      <p:pic>
        <p:nvPicPr>
          <p:cNvPr id="4" name="Image 0" descr="sl_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9319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1280160"/>
            <a:ext cx="65836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14630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measured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12080" y="18288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MOBILE   P = 91.3%   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uploaded photo, indexed via the phone path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SERVER    P = 5.0%    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goldfinches, indexed natively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MOBILE   P = 1.0%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937760" y="3337560"/>
            <a:ext cx="3200400" cy="1874520"/>
          </a:xfrm>
          <a:prstGeom prst="roundRect">
            <a:avLst>
              <a:gd name="adj" fmla="val 2927"/>
            </a:avLst>
          </a:prstGeom>
          <a:solidFill>
            <a:srgbClr val="EAF2F7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2064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ms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12064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indexed on the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path, end to 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2064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auto-captioned by BLIP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21040" y="3337560"/>
            <a:ext cx="3200400" cy="1874520"/>
          </a:xfrm>
          <a:prstGeom prst="roundRect">
            <a:avLst>
              <a:gd name="adj" fmla="val 2927"/>
            </a:avLst>
          </a:prstGeom>
          <a:solidFill>
            <a:srgbClr val="EFF6F2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 ms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50392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vs 150 ms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network RTT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0392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 either way —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the difference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negative results, kept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429000" cy="41148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Procrustes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3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0.038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ridge 0.592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rotation preserves variance spread, so it cannot reconcile spaces that differ in anisotropy. Confound disclosed: the 512-vs-768 gap forced zero-padding, which handicaps rotation mechanically.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3429000" cy="41148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gain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432" y="26974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times the parameters, direct optimization of the retrieval objective — no improvement. This is what PROVED linearity; the failed stronger method is the measurement.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429000" cy="41148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Pair-free translation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R@1 = chance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0275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0.395 vs 0.017 floor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02752" y="26974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Distribution-level alignment recovered with zero pairs (23× random); instance-level not. Diagnostics refuted one hypothesis, supported another — full vec2vec machinery is necessary, not decorative.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accepting a negative result, verify the experiment could have said yes.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per input dimension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6243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biases DOWNWARD, systematically — it does not merely add noise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0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of the two matrices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6758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off-by-one and every pair is wrong, with no error raised — test by shuffling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0" y="3456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and preprocessing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727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transforms that produced the matrices can destroy signal before fitting begins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0" y="4507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announces itself under scrutiny. A false negative just sits there looking like a clean answer.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29000" cy="3657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4813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confirmed: R² 0.737 mean, 0.797 peak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ratio 6.3× against a seeded control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Direction-symmetric once the metric artifact is removed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Anisotropy measured directly (eff. dim 2.2–92.7)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429000" cy="3657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48132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Adapter.mlpackage — 0.79 MB, fp16, iOS 16+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R@5 / R@10 at 95.3% / 97.2% of ceiling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Qdrant index, photos never uploaded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demo with mixed-tier ranking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429000" cy="3657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12700" dir="5400000">
              <a:srgbClr val="8FA3B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481328"/>
            <a:ext cx="411480" cy="411480"/>
          </a:xfrm>
          <a:prstGeom prst="ellipse">
            <a:avLst/>
          </a:prstGeom>
          <a:solidFill>
            <a:srgbClr val="C77D0A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057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21-page report with 3 appendices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companion + concepts &amp; corrections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notebooks, every stage reproducible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editions of the main documents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compute for the scientific core: under one GPU-hour on a free Colab T4.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that never shared a datapoint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the same map of the world.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matrix translates between them — and the same matrix, fitted between a phone encoder and a server encoder, lets both write into a single index.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2C3A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828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R²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402336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2C3A6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89120" y="4828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 target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402336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2C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artifact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16+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stated plainly: two small models are a two-point sample of the Platonic Representation Hypothesis, not proof of its trend.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2026-08-03T12:20:26Z</dcterms:created>
  <dcterms:modified xsi:type="dcterms:W3CDTF">2026-08-03T12:20:26Z</dcterms:modified>
</cp:coreProperties>
</file>